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5" r:id="rId10"/>
    <p:sldId id="263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BF5962-C853-42CA-AC69-42CA80508AC4}" v="30" dt="2026-10-03T11:37:57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21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on Chakraborty" userId="3f1fd1d8faa56149" providerId="LiveId" clId="{123AB38C-985A-4A63-A204-6F9DFB43E8A8}"/>
    <pc:docChg chg="undo redo custSel addSld modSld modMainMaster">
      <pc:chgData name="Ayon Chakraborty" userId="3f1fd1d8faa56149" providerId="LiveId" clId="{123AB38C-985A-4A63-A204-6F9DFB43E8A8}" dt="2026-10-03T11:47:31.443" v="908" actId="1076"/>
      <pc:docMkLst>
        <pc:docMk/>
      </pc:docMkLst>
      <pc:sldChg chg="addSp delSp modSp mod setBg">
        <pc:chgData name="Ayon Chakraborty" userId="3f1fd1d8faa56149" providerId="LiveId" clId="{123AB38C-985A-4A63-A204-6F9DFB43E8A8}" dt="2026-10-03T11:45:54.508" v="898" actId="1036"/>
        <pc:sldMkLst>
          <pc:docMk/>
          <pc:sldMk cId="0" sldId="256"/>
        </pc:sldMkLst>
        <pc:spChg chg="ord">
          <ac:chgData name="Ayon Chakraborty" userId="3f1fd1d8faa56149" providerId="LiveId" clId="{123AB38C-985A-4A63-A204-6F9DFB43E8A8}" dt="2026-10-03T11:44:36.178" v="892" actId="166"/>
          <ac:spMkLst>
            <pc:docMk/>
            <pc:sldMk cId="0" sldId="256"/>
            <ac:spMk id="6" creationId="{00000000-0000-0000-0000-000000000000}"/>
          </ac:spMkLst>
        </pc:spChg>
        <pc:picChg chg="add del mod">
          <ac:chgData name="Ayon Chakraborty" userId="3f1fd1d8faa56149" providerId="LiveId" clId="{123AB38C-985A-4A63-A204-6F9DFB43E8A8}" dt="2026-10-03T11:22:53.405" v="723" actId="931"/>
          <ac:picMkLst>
            <pc:docMk/>
            <pc:sldMk cId="0" sldId="256"/>
            <ac:picMk id="8" creationId="{AF5BC531-7888-3C4B-042C-CA278213749A}"/>
          </ac:picMkLst>
        </pc:picChg>
        <pc:picChg chg="add mod">
          <ac:chgData name="Ayon Chakraborty" userId="3f1fd1d8faa56149" providerId="LiveId" clId="{123AB38C-985A-4A63-A204-6F9DFB43E8A8}" dt="2026-10-03T11:45:54.508" v="898" actId="1036"/>
          <ac:picMkLst>
            <pc:docMk/>
            <pc:sldMk cId="0" sldId="256"/>
            <ac:picMk id="11" creationId="{9F3D1EB6-A4EB-C5E2-6D4F-833B29BE5A1D}"/>
          </ac:picMkLst>
        </pc:picChg>
      </pc:sldChg>
      <pc:sldChg chg="addSp modSp mod setBg">
        <pc:chgData name="Ayon Chakraborty" userId="3f1fd1d8faa56149" providerId="LiveId" clId="{123AB38C-985A-4A63-A204-6F9DFB43E8A8}" dt="2026-10-03T11:24:16.407" v="731" actId="29295"/>
        <pc:sldMkLst>
          <pc:docMk/>
          <pc:sldMk cId="0" sldId="257"/>
        </pc:sldMkLst>
        <pc:picChg chg="add mod">
          <ac:chgData name="Ayon Chakraborty" userId="3f1fd1d8faa56149" providerId="LiveId" clId="{123AB38C-985A-4A63-A204-6F9DFB43E8A8}" dt="2026-10-03T11:24:16.407" v="731" actId="29295"/>
          <ac:picMkLst>
            <pc:docMk/>
            <pc:sldMk cId="0" sldId="257"/>
            <ac:picMk id="12" creationId="{C64A93E9-6970-6E10-A88D-0E910FACD721}"/>
          </ac:picMkLst>
        </pc:picChg>
      </pc:sldChg>
      <pc:sldChg chg="addSp delSp modSp mod setBg">
        <pc:chgData name="Ayon Chakraborty" userId="3f1fd1d8faa56149" providerId="LiveId" clId="{123AB38C-985A-4A63-A204-6F9DFB43E8A8}" dt="2026-10-03T11:46:51.924" v="904" actId="166"/>
        <pc:sldMkLst>
          <pc:docMk/>
          <pc:sldMk cId="0" sldId="258"/>
        </pc:sldMkLst>
        <pc:picChg chg="del">
          <ac:chgData name="Ayon Chakraborty" userId="3f1fd1d8faa56149" providerId="LiveId" clId="{123AB38C-985A-4A63-A204-6F9DFB43E8A8}" dt="2026-10-03T11:25:29.510" v="738" actId="21"/>
          <ac:picMkLst>
            <pc:docMk/>
            <pc:sldMk cId="0" sldId="258"/>
            <ac:picMk id="4" creationId="{00000000-0000-0000-0000-000000000000}"/>
          </ac:picMkLst>
        </pc:picChg>
        <pc:picChg chg="add del mod">
          <ac:chgData name="Ayon Chakraborty" userId="3f1fd1d8faa56149" providerId="LiveId" clId="{123AB38C-985A-4A63-A204-6F9DFB43E8A8}" dt="2026-10-03T11:25:25.745" v="737" actId="931"/>
          <ac:picMkLst>
            <pc:docMk/>
            <pc:sldMk cId="0" sldId="258"/>
            <ac:picMk id="8" creationId="{ABFCAABF-8203-156C-B399-C46455970DA2}"/>
          </ac:picMkLst>
        </pc:picChg>
        <pc:picChg chg="add mod">
          <ac:chgData name="Ayon Chakraborty" userId="3f1fd1d8faa56149" providerId="LiveId" clId="{123AB38C-985A-4A63-A204-6F9DFB43E8A8}" dt="2026-10-03T11:25:47.675" v="740" actId="29295"/>
          <ac:picMkLst>
            <pc:docMk/>
            <pc:sldMk cId="0" sldId="258"/>
            <ac:picMk id="10" creationId="{B3788BF3-7AC0-66AC-5905-2EB7984817ED}"/>
          </ac:picMkLst>
        </pc:picChg>
        <pc:picChg chg="add del">
          <ac:chgData name="Ayon Chakraborty" userId="3f1fd1d8faa56149" providerId="LiveId" clId="{123AB38C-985A-4A63-A204-6F9DFB43E8A8}" dt="2026-10-03T11:26:01.099" v="742" actId="22"/>
          <ac:picMkLst>
            <pc:docMk/>
            <pc:sldMk cId="0" sldId="258"/>
            <ac:picMk id="12" creationId="{C5FD0AF3-8C97-5DC3-AD6E-E659E0331057}"/>
          </ac:picMkLst>
        </pc:picChg>
        <pc:picChg chg="add ord">
          <ac:chgData name="Ayon Chakraborty" userId="3f1fd1d8faa56149" providerId="LiveId" clId="{123AB38C-985A-4A63-A204-6F9DFB43E8A8}" dt="2026-10-03T11:46:51.924" v="904" actId="166"/>
          <ac:picMkLst>
            <pc:docMk/>
            <pc:sldMk cId="0" sldId="258"/>
            <ac:picMk id="14" creationId="{1C3A9F83-2431-2AA2-FAF7-5076619A9F97}"/>
          </ac:picMkLst>
        </pc:picChg>
      </pc:sldChg>
      <pc:sldChg chg="addSp modSp mod setBg">
        <pc:chgData name="Ayon Chakraborty" userId="3f1fd1d8faa56149" providerId="LiveId" clId="{123AB38C-985A-4A63-A204-6F9DFB43E8A8}" dt="2026-10-03T11:46:36.042" v="903" actId="166"/>
        <pc:sldMkLst>
          <pc:docMk/>
          <pc:sldMk cId="0" sldId="259"/>
        </pc:sldMkLst>
        <pc:spChg chg="mod ord">
          <ac:chgData name="Ayon Chakraborty" userId="3f1fd1d8faa56149" providerId="LiveId" clId="{123AB38C-985A-4A63-A204-6F9DFB43E8A8}" dt="2026-10-03T11:46:36.042" v="903" actId="166"/>
          <ac:spMkLst>
            <pc:docMk/>
            <pc:sldMk cId="0" sldId="259"/>
            <ac:spMk id="4" creationId="{00000000-0000-0000-0000-000000000000}"/>
          </ac:spMkLst>
        </pc:spChg>
        <pc:spChg chg="mod ord">
          <ac:chgData name="Ayon Chakraborty" userId="3f1fd1d8faa56149" providerId="LiveId" clId="{123AB38C-985A-4A63-A204-6F9DFB43E8A8}" dt="2026-10-03T11:46:30.965" v="902" actId="166"/>
          <ac:spMkLst>
            <pc:docMk/>
            <pc:sldMk cId="0" sldId="259"/>
            <ac:spMk id="5" creationId="{00000000-0000-0000-0000-000000000000}"/>
          </ac:spMkLst>
        </pc:spChg>
        <pc:spChg chg="mod ord">
          <ac:chgData name="Ayon Chakraborty" userId="3f1fd1d8faa56149" providerId="LiveId" clId="{123AB38C-985A-4A63-A204-6F9DFB43E8A8}" dt="2026-10-03T11:46:26.713" v="901" actId="166"/>
          <ac:spMkLst>
            <pc:docMk/>
            <pc:sldMk cId="0" sldId="259"/>
            <ac:spMk id="6" creationId="{00000000-0000-0000-0000-000000000000}"/>
          </ac:spMkLst>
        </pc:spChg>
        <pc:spChg chg="mod ord">
          <ac:chgData name="Ayon Chakraborty" userId="3f1fd1d8faa56149" providerId="LiveId" clId="{123AB38C-985A-4A63-A204-6F9DFB43E8A8}" dt="2026-10-03T11:46:23.755" v="900" actId="166"/>
          <ac:spMkLst>
            <pc:docMk/>
            <pc:sldMk cId="0" sldId="259"/>
            <ac:spMk id="7" creationId="{00000000-0000-0000-0000-000000000000}"/>
          </ac:spMkLst>
        </pc:spChg>
        <pc:spChg chg="mod ord">
          <ac:chgData name="Ayon Chakraborty" userId="3f1fd1d8faa56149" providerId="LiveId" clId="{123AB38C-985A-4A63-A204-6F9DFB43E8A8}" dt="2026-10-03T11:46:20.068" v="899" actId="166"/>
          <ac:spMkLst>
            <pc:docMk/>
            <pc:sldMk cId="0" sldId="259"/>
            <ac:spMk id="8" creationId="{00000000-0000-0000-0000-000000000000}"/>
          </ac:spMkLst>
        </pc:spChg>
        <pc:spChg chg="mod">
          <ac:chgData name="Ayon Chakraborty" userId="3f1fd1d8faa56149" providerId="LiveId" clId="{123AB38C-985A-4A63-A204-6F9DFB43E8A8}" dt="2026-10-03T05:53:23.359" v="171" actId="1076"/>
          <ac:spMkLst>
            <pc:docMk/>
            <pc:sldMk cId="0" sldId="259"/>
            <ac:spMk id="9" creationId="{00000000-0000-0000-0000-000000000000}"/>
          </ac:spMkLst>
        </pc:spChg>
        <pc:picChg chg="add mod ord">
          <ac:chgData name="Ayon Chakraborty" userId="3f1fd1d8faa56149" providerId="LiveId" clId="{123AB38C-985A-4A63-A204-6F9DFB43E8A8}" dt="2026-10-03T11:30:56.888" v="764" actId="170"/>
          <ac:picMkLst>
            <pc:docMk/>
            <pc:sldMk cId="0" sldId="259"/>
            <ac:picMk id="13" creationId="{B18D702C-FCC0-5E7E-F6EF-9049C99895DD}"/>
          </ac:picMkLst>
        </pc:picChg>
      </pc:sldChg>
      <pc:sldChg chg="addSp delSp modSp mod setBg">
        <pc:chgData name="Ayon Chakraborty" userId="3f1fd1d8faa56149" providerId="LiveId" clId="{123AB38C-985A-4A63-A204-6F9DFB43E8A8}" dt="2026-10-03T11:32:33.280" v="770" actId="166"/>
        <pc:sldMkLst>
          <pc:docMk/>
          <pc:sldMk cId="0" sldId="260"/>
        </pc:sldMkLst>
        <pc:spChg chg="mod">
          <ac:chgData name="Ayon Chakraborty" userId="3f1fd1d8faa56149" providerId="LiveId" clId="{123AB38C-985A-4A63-A204-6F9DFB43E8A8}" dt="2026-10-03T11:10:38.889" v="672" actId="1076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Ayon Chakraborty" userId="3f1fd1d8faa56149" providerId="LiveId" clId="{123AB38C-985A-4A63-A204-6F9DFB43E8A8}" dt="2026-10-03T05:28:38.372" v="26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28:03.691" v="7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28:02.033" v="6" actId="478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Ayon Chakraborty" userId="3f1fd1d8faa56149" providerId="LiveId" clId="{123AB38C-985A-4A63-A204-6F9DFB43E8A8}" dt="2026-10-03T05:29:04.233" v="38" actId="478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Ayon Chakraborty" userId="3f1fd1d8faa56149" providerId="LiveId" clId="{123AB38C-985A-4A63-A204-6F9DFB43E8A8}" dt="2026-10-03T05:28:52.866" v="33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28:01.063" v="5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28:04.781" v="8" actId="478"/>
          <ac:spMkLst>
            <pc:docMk/>
            <pc:sldMk cId="0" sldId="260"/>
            <ac:spMk id="11" creationId="{00000000-0000-0000-0000-000000000000}"/>
          </ac:spMkLst>
        </pc:spChg>
        <pc:spChg chg="del mod">
          <ac:chgData name="Ayon Chakraborty" userId="3f1fd1d8faa56149" providerId="LiveId" clId="{123AB38C-985A-4A63-A204-6F9DFB43E8A8}" dt="2026-10-03T05:29:07.567" v="40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28:55.430" v="34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27:59.848" v="4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28:05.524" v="9" actId="478"/>
          <ac:spMkLst>
            <pc:docMk/>
            <pc:sldMk cId="0" sldId="260"/>
            <ac:spMk id="15" creationId="{00000000-0000-0000-0000-000000000000}"/>
          </ac:spMkLst>
        </pc:spChg>
        <pc:spChg chg="del mod">
          <ac:chgData name="Ayon Chakraborty" userId="3f1fd1d8faa56149" providerId="LiveId" clId="{123AB38C-985A-4A63-A204-6F9DFB43E8A8}" dt="2026-10-03T05:29:10.371" v="42" actId="478"/>
          <ac:spMkLst>
            <pc:docMk/>
            <pc:sldMk cId="0" sldId="260"/>
            <ac:spMk id="16" creationId="{00000000-0000-0000-0000-000000000000}"/>
          </ac:spMkLst>
        </pc:spChg>
        <pc:spChg chg="del mod">
          <ac:chgData name="Ayon Chakraborty" userId="3f1fd1d8faa56149" providerId="LiveId" clId="{123AB38C-985A-4A63-A204-6F9DFB43E8A8}" dt="2026-10-03T05:28:29.474" v="23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27:58.690" v="3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28:06.393" v="10" actId="478"/>
          <ac:spMkLst>
            <pc:docMk/>
            <pc:sldMk cId="0" sldId="260"/>
            <ac:spMk id="19" creationId="{00000000-0000-0000-0000-000000000000}"/>
          </ac:spMkLst>
        </pc:spChg>
        <pc:spChg chg="del mod">
          <ac:chgData name="Ayon Chakraborty" userId="3f1fd1d8faa56149" providerId="LiveId" clId="{123AB38C-985A-4A63-A204-6F9DFB43E8A8}" dt="2026-10-03T05:29:13.077" v="44" actId="478"/>
          <ac:spMkLst>
            <pc:docMk/>
            <pc:sldMk cId="0" sldId="260"/>
            <ac:spMk id="20" creationId="{00000000-0000-0000-0000-000000000000}"/>
          </ac:spMkLst>
        </pc:spChg>
        <pc:spChg chg="del mod">
          <ac:chgData name="Ayon Chakraborty" userId="3f1fd1d8faa56149" providerId="LiveId" clId="{123AB38C-985A-4A63-A204-6F9DFB43E8A8}" dt="2026-10-03T05:28:18.041" v="18"/>
          <ac:spMkLst>
            <pc:docMk/>
            <pc:sldMk cId="0" sldId="260"/>
            <ac:spMk id="21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27:57.746" v="2" actId="478"/>
          <ac:spMkLst>
            <pc:docMk/>
            <pc:sldMk cId="0" sldId="260"/>
            <ac:spMk id="22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28:07.499" v="11" actId="478"/>
          <ac:spMkLst>
            <pc:docMk/>
            <pc:sldMk cId="0" sldId="260"/>
            <ac:spMk id="23" creationId="{00000000-0000-0000-0000-000000000000}"/>
          </ac:spMkLst>
        </pc:spChg>
        <pc:spChg chg="del mod">
          <ac:chgData name="Ayon Chakraborty" userId="3f1fd1d8faa56149" providerId="LiveId" clId="{123AB38C-985A-4A63-A204-6F9DFB43E8A8}" dt="2026-10-03T05:29:16.705" v="46" actId="478"/>
          <ac:spMkLst>
            <pc:docMk/>
            <pc:sldMk cId="0" sldId="260"/>
            <ac:spMk id="24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28:08.539" v="12" actId="478"/>
          <ac:spMkLst>
            <pc:docMk/>
            <pc:sldMk cId="0" sldId="260"/>
            <ac:spMk id="25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27:53.780" v="1" actId="478"/>
          <ac:spMkLst>
            <pc:docMk/>
            <pc:sldMk cId="0" sldId="260"/>
            <ac:spMk id="26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28:10.312" v="13" actId="478"/>
          <ac:spMkLst>
            <pc:docMk/>
            <pc:sldMk cId="0" sldId="260"/>
            <ac:spMk id="27" creationId="{00000000-0000-0000-0000-000000000000}"/>
          </ac:spMkLst>
        </pc:spChg>
        <pc:spChg chg="del mod">
          <ac:chgData name="Ayon Chakraborty" userId="3f1fd1d8faa56149" providerId="LiveId" clId="{123AB38C-985A-4A63-A204-6F9DFB43E8A8}" dt="2026-10-03T05:29:20.276" v="48" actId="478"/>
          <ac:spMkLst>
            <pc:docMk/>
            <pc:sldMk cId="0" sldId="260"/>
            <ac:spMk id="28" creationId="{00000000-0000-0000-0000-000000000000}"/>
          </ac:spMkLst>
        </pc:spChg>
        <pc:picChg chg="add del mod">
          <ac:chgData name="Ayon Chakraborty" userId="3f1fd1d8faa56149" providerId="LiveId" clId="{123AB38C-985A-4A63-A204-6F9DFB43E8A8}" dt="2026-10-03T05:50:22.369" v="147" actId="478"/>
          <ac:picMkLst>
            <pc:docMk/>
            <pc:sldMk cId="0" sldId="260"/>
            <ac:picMk id="32" creationId="{57B02AC2-94AD-56E3-A8A9-CB40FC16DEEE}"/>
          </ac:picMkLst>
        </pc:picChg>
        <pc:picChg chg="add del mod">
          <ac:chgData name="Ayon Chakraborty" userId="3f1fd1d8faa56149" providerId="LiveId" clId="{123AB38C-985A-4A63-A204-6F9DFB43E8A8}" dt="2026-10-03T11:28:13.946" v="746" actId="21"/>
          <ac:picMkLst>
            <pc:docMk/>
            <pc:sldMk cId="0" sldId="260"/>
            <ac:picMk id="34" creationId="{66FE778D-3FF6-671A-3663-4893D572DF7E}"/>
          </ac:picMkLst>
        </pc:picChg>
        <pc:picChg chg="add mod ord">
          <ac:chgData name="Ayon Chakraborty" userId="3f1fd1d8faa56149" providerId="LiveId" clId="{123AB38C-985A-4A63-A204-6F9DFB43E8A8}" dt="2026-10-03T11:32:33.280" v="770" actId="166"/>
          <ac:picMkLst>
            <pc:docMk/>
            <pc:sldMk cId="0" sldId="260"/>
            <ac:picMk id="36" creationId="{8399204B-D1E3-8BA8-9882-409A7D9F44A2}"/>
          </ac:picMkLst>
        </pc:picChg>
        <pc:picChg chg="add del">
          <ac:chgData name="Ayon Chakraborty" userId="3f1fd1d8faa56149" providerId="LiveId" clId="{123AB38C-985A-4A63-A204-6F9DFB43E8A8}" dt="2026-10-03T11:28:46.069" v="750" actId="22"/>
          <ac:picMkLst>
            <pc:docMk/>
            <pc:sldMk cId="0" sldId="260"/>
            <ac:picMk id="38" creationId="{59742CF6-5605-D9D5-AF9E-3893A36779CB}"/>
          </ac:picMkLst>
        </pc:picChg>
        <pc:picChg chg="add">
          <ac:chgData name="Ayon Chakraborty" userId="3f1fd1d8faa56149" providerId="LiveId" clId="{123AB38C-985A-4A63-A204-6F9DFB43E8A8}" dt="2026-10-03T11:28:48.341" v="751" actId="22"/>
          <ac:picMkLst>
            <pc:docMk/>
            <pc:sldMk cId="0" sldId="260"/>
            <ac:picMk id="40" creationId="{AEC7CFB9-0A58-23B6-3224-656F24D1F038}"/>
          </ac:picMkLst>
        </pc:picChg>
      </pc:sldChg>
      <pc:sldChg chg="addSp delSp modSp mod setBg chgLayout">
        <pc:chgData name="Ayon Chakraborty" userId="3f1fd1d8faa56149" providerId="LiveId" clId="{123AB38C-985A-4A63-A204-6F9DFB43E8A8}" dt="2026-10-03T11:33:01.364" v="777" actId="22"/>
        <pc:sldMkLst>
          <pc:docMk/>
          <pc:sldMk cId="0" sldId="261"/>
        </pc:sldMkLst>
        <pc:spChg chg="mod">
          <ac:chgData name="Ayon Chakraborty" userId="3f1fd1d8faa56149" providerId="LiveId" clId="{123AB38C-985A-4A63-A204-6F9DFB43E8A8}" dt="2026-10-03T05:40:45.660" v="113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Ayon Chakraborty" userId="3f1fd1d8faa56149" providerId="LiveId" clId="{123AB38C-985A-4A63-A204-6F9DFB43E8A8}" dt="2026-10-03T05:44:48.375" v="138" actId="20577"/>
          <ac:spMkLst>
            <pc:docMk/>
            <pc:sldMk cId="0" sldId="261"/>
            <ac:spMk id="3" creationId="{00000000-0000-0000-0000-000000000000}"/>
          </ac:spMkLst>
        </pc:spChg>
        <pc:spChg chg="mod ord">
          <ac:chgData name="Ayon Chakraborty" userId="3f1fd1d8faa56149" providerId="LiveId" clId="{123AB38C-985A-4A63-A204-6F9DFB43E8A8}" dt="2026-10-03T11:32:43.457" v="773" actId="170"/>
          <ac:spMkLst>
            <pc:docMk/>
            <pc:sldMk cId="0" sldId="261"/>
            <ac:spMk id="4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35:58.902" v="60" actId="478"/>
          <ac:spMkLst>
            <pc:docMk/>
            <pc:sldMk cId="0" sldId="261"/>
            <ac:spMk id="5" creationId="{00000000-0000-0000-0000-000000000000}"/>
          </ac:spMkLst>
        </pc:spChg>
        <pc:picChg chg="add del mod modCrop">
          <ac:chgData name="Ayon Chakraborty" userId="3f1fd1d8faa56149" providerId="LiveId" clId="{123AB38C-985A-4A63-A204-6F9DFB43E8A8}" dt="2026-10-03T11:28:52.281" v="752" actId="21"/>
          <ac:picMkLst>
            <pc:docMk/>
            <pc:sldMk cId="0" sldId="261"/>
            <ac:picMk id="9" creationId="{E52DD611-C25C-62A9-DF7D-3F3CD5F9C3EB}"/>
          </ac:picMkLst>
        </pc:picChg>
        <pc:picChg chg="add mod ord">
          <ac:chgData name="Ayon Chakraborty" userId="3f1fd1d8faa56149" providerId="LiveId" clId="{123AB38C-985A-4A63-A204-6F9DFB43E8A8}" dt="2026-10-03T11:32:50.971" v="776" actId="166"/>
          <ac:picMkLst>
            <pc:docMk/>
            <pc:sldMk cId="0" sldId="261"/>
            <ac:picMk id="11" creationId="{1925959A-3053-4E0A-0BA8-8509C6F76972}"/>
          </ac:picMkLst>
        </pc:picChg>
        <pc:picChg chg="add">
          <ac:chgData name="Ayon Chakraborty" userId="3f1fd1d8faa56149" providerId="LiveId" clId="{123AB38C-985A-4A63-A204-6F9DFB43E8A8}" dt="2026-10-03T11:33:01.364" v="777" actId="22"/>
          <ac:picMkLst>
            <pc:docMk/>
            <pc:sldMk cId="0" sldId="261"/>
            <ac:picMk id="13" creationId="{4B5FB336-00D0-A054-C4A0-D356963E3092}"/>
          </ac:picMkLst>
        </pc:picChg>
      </pc:sldChg>
      <pc:sldChg chg="addSp delSp modSp mod setBg">
        <pc:chgData name="Ayon Chakraborty" userId="3f1fd1d8faa56149" providerId="LiveId" clId="{123AB38C-985A-4A63-A204-6F9DFB43E8A8}" dt="2026-10-03T11:47:31.443" v="908" actId="1076"/>
        <pc:sldMkLst>
          <pc:docMk/>
          <pc:sldMk cId="0" sldId="262"/>
        </pc:sldMkLst>
        <pc:spChg chg="mod">
          <ac:chgData name="Ayon Chakraborty" userId="3f1fd1d8faa56149" providerId="LiveId" clId="{123AB38C-985A-4A63-A204-6F9DFB43E8A8}" dt="2026-10-03T10:33:44.110" v="587" actId="20577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Ayon Chakraborty" userId="3f1fd1d8faa56149" providerId="LiveId" clId="{123AB38C-985A-4A63-A204-6F9DFB43E8A8}" dt="2026-10-03T06:19:58.902" v="376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Ayon Chakraborty" userId="3f1fd1d8faa56149" providerId="LiveId" clId="{123AB38C-985A-4A63-A204-6F9DFB43E8A8}" dt="2026-10-03T06:11:19.938" v="302" actId="20577"/>
          <ac:spMkLst>
            <pc:docMk/>
            <pc:sldMk cId="0" sldId="262"/>
            <ac:spMk id="4" creationId="{00000000-0000-0000-0000-000000000000}"/>
          </ac:spMkLst>
        </pc:spChg>
        <pc:spChg chg="add del mod">
          <ac:chgData name="Ayon Chakraborty" userId="3f1fd1d8faa56149" providerId="LiveId" clId="{123AB38C-985A-4A63-A204-6F9DFB43E8A8}" dt="2026-10-03T06:05:09.158" v="280" actId="1076"/>
          <ac:spMkLst>
            <pc:docMk/>
            <pc:sldMk cId="0" sldId="262"/>
            <ac:spMk id="5" creationId="{00000000-0000-0000-0000-000000000000}"/>
          </ac:spMkLst>
        </pc:spChg>
        <pc:spChg chg="add del mod">
          <ac:chgData name="Ayon Chakraborty" userId="3f1fd1d8faa56149" providerId="LiveId" clId="{123AB38C-985A-4A63-A204-6F9DFB43E8A8}" dt="2026-10-03T06:05:06.351" v="279" actId="1076"/>
          <ac:spMkLst>
            <pc:docMk/>
            <pc:sldMk cId="0" sldId="262"/>
            <ac:spMk id="6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56:00.303" v="187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Ayon Chakraborty" userId="3f1fd1d8faa56149" providerId="LiveId" clId="{123AB38C-985A-4A63-A204-6F9DFB43E8A8}" dt="2026-10-03T05:56:01.368" v="188" actId="478"/>
          <ac:spMkLst>
            <pc:docMk/>
            <pc:sldMk cId="0" sldId="262"/>
            <ac:spMk id="8" creationId="{00000000-0000-0000-0000-000000000000}"/>
          </ac:spMkLst>
        </pc:spChg>
        <pc:spChg chg="mod">
          <ac:chgData name="Ayon Chakraborty" userId="3f1fd1d8faa56149" providerId="LiveId" clId="{123AB38C-985A-4A63-A204-6F9DFB43E8A8}" dt="2026-10-03T06:28:10.997" v="568" actId="20577"/>
          <ac:spMkLst>
            <pc:docMk/>
            <pc:sldMk cId="0" sldId="262"/>
            <ac:spMk id="10" creationId="{00000000-0000-0000-0000-000000000000}"/>
          </ac:spMkLst>
        </pc:spChg>
        <pc:spChg chg="add mod">
          <ac:chgData name="Ayon Chakraborty" userId="3f1fd1d8faa56149" providerId="LiveId" clId="{123AB38C-985A-4A63-A204-6F9DFB43E8A8}" dt="2026-10-03T06:05:02.583" v="277" actId="1076"/>
          <ac:spMkLst>
            <pc:docMk/>
            <pc:sldMk cId="0" sldId="262"/>
            <ac:spMk id="16" creationId="{92B910A6-380B-A13E-06C4-8662B1BAD198}"/>
          </ac:spMkLst>
        </pc:spChg>
        <pc:spChg chg="add mod">
          <ac:chgData name="Ayon Chakraborty" userId="3f1fd1d8faa56149" providerId="LiveId" clId="{123AB38C-985A-4A63-A204-6F9DFB43E8A8}" dt="2026-10-03T11:07:27.578" v="652" actId="1076"/>
          <ac:spMkLst>
            <pc:docMk/>
            <pc:sldMk cId="0" sldId="262"/>
            <ac:spMk id="17" creationId="{AFEBF075-4D60-71A6-F4F6-95829267DC45}"/>
          </ac:spMkLst>
        </pc:spChg>
        <pc:picChg chg="add del mod ord modVis">
          <ac:chgData name="Ayon Chakraborty" userId="3f1fd1d8faa56149" providerId="LiveId" clId="{123AB38C-985A-4A63-A204-6F9DFB43E8A8}" dt="2026-10-03T11:47:31.443" v="908" actId="1076"/>
          <ac:picMkLst>
            <pc:docMk/>
            <pc:sldMk cId="0" sldId="262"/>
            <ac:picMk id="12" creationId="{4B42100D-89AC-0156-EFF9-BB7EA8D64627}"/>
          </ac:picMkLst>
        </pc:picChg>
        <pc:picChg chg="add del mod ord modVis">
          <ac:chgData name="Ayon Chakraborty" userId="3f1fd1d8faa56149" providerId="LiveId" clId="{123AB38C-985A-4A63-A204-6F9DFB43E8A8}" dt="2026-10-03T11:40:15.115" v="863" actId="1076"/>
          <ac:picMkLst>
            <pc:docMk/>
            <pc:sldMk cId="0" sldId="262"/>
            <ac:picMk id="14" creationId="{86D85A04-F2C8-B4C0-55BE-94F66C3863B9}"/>
          </ac:picMkLst>
        </pc:picChg>
        <pc:picChg chg="add del">
          <ac:chgData name="Ayon Chakraborty" userId="3f1fd1d8faa56149" providerId="LiveId" clId="{123AB38C-985A-4A63-A204-6F9DFB43E8A8}" dt="2026-10-03T11:34:46.153" v="814" actId="22"/>
          <ac:picMkLst>
            <pc:docMk/>
            <pc:sldMk cId="0" sldId="262"/>
            <ac:picMk id="19" creationId="{EF7E255A-6CAC-01BF-F242-DB5C84D535DC}"/>
          </ac:picMkLst>
        </pc:picChg>
        <pc:picChg chg="add del mod">
          <ac:chgData name="Ayon Chakraborty" userId="3f1fd1d8faa56149" providerId="LiveId" clId="{123AB38C-985A-4A63-A204-6F9DFB43E8A8}" dt="2026-10-03T11:38:00.452" v="840" actId="931"/>
          <ac:picMkLst>
            <pc:docMk/>
            <pc:sldMk cId="0" sldId="262"/>
            <ac:picMk id="21" creationId="{98995790-EF0C-F8C9-6ECE-AEDB8C564037}"/>
          </ac:picMkLst>
        </pc:picChg>
        <pc:picChg chg="add del mod">
          <ac:chgData name="Ayon Chakraborty" userId="3f1fd1d8faa56149" providerId="LiveId" clId="{123AB38C-985A-4A63-A204-6F9DFB43E8A8}" dt="2026-10-03T11:37:58.937" v="838" actId="22"/>
          <ac:picMkLst>
            <pc:docMk/>
            <pc:sldMk cId="0" sldId="262"/>
            <ac:picMk id="23" creationId="{55F7CCC9-F682-EA38-4E94-11DEED1DD420}"/>
          </ac:picMkLst>
        </pc:picChg>
        <pc:picChg chg="add del mod ord">
          <ac:chgData name="Ayon Chakraborty" userId="3f1fd1d8faa56149" providerId="LiveId" clId="{123AB38C-985A-4A63-A204-6F9DFB43E8A8}" dt="2026-10-03T11:37:58.573" v="836" actId="22"/>
          <ac:picMkLst>
            <pc:docMk/>
            <pc:sldMk cId="0" sldId="262"/>
            <ac:picMk id="25" creationId="{897CC991-854B-C724-1CFB-D9A5EC670C4B}"/>
          </ac:picMkLst>
        </pc:picChg>
        <pc:picChg chg="add del mod ord">
          <ac:chgData name="Ayon Chakraborty" userId="3f1fd1d8faa56149" providerId="LiveId" clId="{123AB38C-985A-4A63-A204-6F9DFB43E8A8}" dt="2026-10-03T11:47:27.417" v="907" actId="1076"/>
          <ac:picMkLst>
            <pc:docMk/>
            <pc:sldMk cId="0" sldId="262"/>
            <ac:picMk id="27" creationId="{7E442335-DE5D-11AE-5250-287F22445742}"/>
          </ac:picMkLst>
        </pc:picChg>
      </pc:sldChg>
      <pc:sldChg chg="addSp modSp mod setBg">
        <pc:chgData name="Ayon Chakraborty" userId="3f1fd1d8faa56149" providerId="LiveId" clId="{123AB38C-985A-4A63-A204-6F9DFB43E8A8}" dt="2026-10-03T11:43:15.310" v="886" actId="29295"/>
        <pc:sldMkLst>
          <pc:docMk/>
          <pc:sldMk cId="0" sldId="263"/>
        </pc:sldMkLst>
        <pc:spChg chg="mod">
          <ac:chgData name="Ayon Chakraborty" userId="3f1fd1d8faa56149" providerId="LiveId" clId="{123AB38C-985A-4A63-A204-6F9DFB43E8A8}" dt="2026-10-03T10:33:55.536" v="591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Ayon Chakraborty" userId="3f1fd1d8faa56149" providerId="LiveId" clId="{123AB38C-985A-4A63-A204-6F9DFB43E8A8}" dt="2026-10-03T06:29:06.166" v="576" actId="20577"/>
          <ac:spMkLst>
            <pc:docMk/>
            <pc:sldMk cId="0" sldId="263"/>
            <ac:spMk id="7" creationId="{00000000-0000-0000-0000-000000000000}"/>
          </ac:spMkLst>
        </pc:spChg>
        <pc:picChg chg="add mod">
          <ac:chgData name="Ayon Chakraborty" userId="3f1fd1d8faa56149" providerId="LiveId" clId="{123AB38C-985A-4A63-A204-6F9DFB43E8A8}" dt="2026-10-03T11:43:15.310" v="886" actId="29295"/>
          <ac:picMkLst>
            <pc:docMk/>
            <pc:sldMk cId="0" sldId="263"/>
            <ac:picMk id="9" creationId="{AA5BE500-EF2B-F9EE-8693-6E0B284BED5B}"/>
          </ac:picMkLst>
        </pc:picChg>
      </pc:sldChg>
      <pc:sldChg chg="addSp delSp modSp new mod">
        <pc:chgData name="Ayon Chakraborty" userId="3f1fd1d8faa56149" providerId="LiveId" clId="{123AB38C-985A-4A63-A204-6F9DFB43E8A8}" dt="2026-10-03T11:34:03.071" v="812" actId="22"/>
        <pc:sldMkLst>
          <pc:docMk/>
          <pc:sldMk cId="4054127416" sldId="264"/>
        </pc:sldMkLst>
        <pc:spChg chg="add mod">
          <ac:chgData name="Ayon Chakraborty" userId="3f1fd1d8faa56149" providerId="LiveId" clId="{123AB38C-985A-4A63-A204-6F9DFB43E8A8}" dt="2026-10-03T11:10:19.370" v="669" actId="1076"/>
          <ac:spMkLst>
            <pc:docMk/>
            <pc:sldMk cId="4054127416" sldId="264"/>
            <ac:spMk id="3" creationId="{CB68B98D-9848-1C68-3157-28BE66051B1E}"/>
          </ac:spMkLst>
        </pc:spChg>
        <pc:spChg chg="add del mod">
          <ac:chgData name="Ayon Chakraborty" userId="3f1fd1d8faa56149" providerId="LiveId" clId="{123AB38C-985A-4A63-A204-6F9DFB43E8A8}" dt="2026-10-03T05:37:49.627" v="67" actId="22"/>
          <ac:spMkLst>
            <pc:docMk/>
            <pc:sldMk cId="4054127416" sldId="264"/>
            <ac:spMk id="5" creationId="{7156F685-FB13-AA24-921A-1408E3792C22}"/>
          </ac:spMkLst>
        </pc:spChg>
        <pc:spChg chg="add mod">
          <ac:chgData name="Ayon Chakraborty" userId="3f1fd1d8faa56149" providerId="LiveId" clId="{123AB38C-985A-4A63-A204-6F9DFB43E8A8}" dt="2026-10-03T06:26:57.028" v="538" actId="1076"/>
          <ac:spMkLst>
            <pc:docMk/>
            <pc:sldMk cId="4054127416" sldId="264"/>
            <ac:spMk id="9" creationId="{8A6C25D9-E88F-7D62-1EFD-2554778B698A}"/>
          </ac:spMkLst>
        </pc:spChg>
        <pc:spChg chg="add mod">
          <ac:chgData name="Ayon Chakraborty" userId="3f1fd1d8faa56149" providerId="LiveId" clId="{123AB38C-985A-4A63-A204-6F9DFB43E8A8}" dt="2026-10-03T06:27:20.109" v="562" actId="20577"/>
          <ac:spMkLst>
            <pc:docMk/>
            <pc:sldMk cId="4054127416" sldId="264"/>
            <ac:spMk id="13" creationId="{0FB3EB11-875C-D13E-8CF6-F70B35C2AA40}"/>
          </ac:spMkLst>
        </pc:spChg>
        <pc:spChg chg="add">
          <ac:chgData name="Ayon Chakraborty" userId="3f1fd1d8faa56149" providerId="LiveId" clId="{123AB38C-985A-4A63-A204-6F9DFB43E8A8}" dt="2026-10-03T06:27:48.377" v="563" actId="22"/>
          <ac:spMkLst>
            <pc:docMk/>
            <pc:sldMk cId="4054127416" sldId="264"/>
            <ac:spMk id="15" creationId="{AF49EACD-0633-6A25-FFCE-C8D9A973B276}"/>
          </ac:spMkLst>
        </pc:spChg>
        <pc:spChg chg="add mod">
          <ac:chgData name="Ayon Chakraborty" userId="3f1fd1d8faa56149" providerId="LiveId" clId="{123AB38C-985A-4A63-A204-6F9DFB43E8A8}" dt="2026-10-03T06:28:02.009" v="566" actId="20577"/>
          <ac:spMkLst>
            <pc:docMk/>
            <pc:sldMk cId="4054127416" sldId="264"/>
            <ac:spMk id="17" creationId="{07D15443-00C1-4042-B9E7-8E93DAF29CAC}"/>
          </ac:spMkLst>
        </pc:spChg>
        <pc:picChg chg="add del mod">
          <ac:chgData name="Ayon Chakraborty" userId="3f1fd1d8faa56149" providerId="LiveId" clId="{123AB38C-985A-4A63-A204-6F9DFB43E8A8}" dt="2026-10-03T05:38:50.711" v="75" actId="478"/>
          <ac:picMkLst>
            <pc:docMk/>
            <pc:sldMk cId="4054127416" sldId="264"/>
            <ac:picMk id="7" creationId="{229537E7-9548-072F-653D-016C75B50F09}"/>
          </ac:picMkLst>
        </pc:picChg>
        <pc:picChg chg="add del mod">
          <ac:chgData name="Ayon Chakraborty" userId="3f1fd1d8faa56149" providerId="LiveId" clId="{123AB38C-985A-4A63-A204-6F9DFB43E8A8}" dt="2026-10-03T11:33:33.113" v="778" actId="21"/>
          <ac:picMkLst>
            <pc:docMk/>
            <pc:sldMk cId="4054127416" sldId="264"/>
            <ac:picMk id="11" creationId="{2FC5A09D-AF81-D653-AD3E-60BC224334BE}"/>
          </ac:picMkLst>
        </pc:picChg>
        <pc:picChg chg="add mod">
          <ac:chgData name="Ayon Chakraborty" userId="3f1fd1d8faa56149" providerId="LiveId" clId="{123AB38C-985A-4A63-A204-6F9DFB43E8A8}" dt="2026-10-03T11:33:54.042" v="809" actId="29295"/>
          <ac:picMkLst>
            <pc:docMk/>
            <pc:sldMk cId="4054127416" sldId="264"/>
            <ac:picMk id="19" creationId="{3FE364AA-FDC7-4FE7-8321-13A70813A13E}"/>
          </ac:picMkLst>
        </pc:picChg>
        <pc:picChg chg="add del">
          <ac:chgData name="Ayon Chakraborty" userId="3f1fd1d8faa56149" providerId="LiveId" clId="{123AB38C-985A-4A63-A204-6F9DFB43E8A8}" dt="2026-10-03T11:33:58.420" v="811" actId="22"/>
          <ac:picMkLst>
            <pc:docMk/>
            <pc:sldMk cId="4054127416" sldId="264"/>
            <ac:picMk id="21" creationId="{00448219-75C2-073B-3B89-DBA4D49A711C}"/>
          </ac:picMkLst>
        </pc:picChg>
        <pc:picChg chg="add">
          <ac:chgData name="Ayon Chakraborty" userId="3f1fd1d8faa56149" providerId="LiveId" clId="{123AB38C-985A-4A63-A204-6F9DFB43E8A8}" dt="2026-10-03T11:34:03.071" v="812" actId="22"/>
          <ac:picMkLst>
            <pc:docMk/>
            <pc:sldMk cId="4054127416" sldId="264"/>
            <ac:picMk id="23" creationId="{9272EBAC-9ECE-9C2A-3DBE-91E61F8EC630}"/>
          </ac:picMkLst>
        </pc:picChg>
      </pc:sldChg>
      <pc:sldChg chg="addSp delSp modSp new mod">
        <pc:chgData name="Ayon Chakraborty" userId="3f1fd1d8faa56149" providerId="LiveId" clId="{123AB38C-985A-4A63-A204-6F9DFB43E8A8}" dt="2026-10-03T11:42:37.595" v="883" actId="166"/>
        <pc:sldMkLst>
          <pc:docMk/>
          <pc:sldMk cId="2870156591" sldId="265"/>
        </pc:sldMkLst>
        <pc:spChg chg="add mod">
          <ac:chgData name="Ayon Chakraborty" userId="3f1fd1d8faa56149" providerId="LiveId" clId="{123AB38C-985A-4A63-A204-6F9DFB43E8A8}" dt="2026-10-03T11:12:04.011" v="685" actId="1076"/>
          <ac:spMkLst>
            <pc:docMk/>
            <pc:sldMk cId="2870156591" sldId="265"/>
            <ac:spMk id="3" creationId="{1A5DF73B-E21F-1C7F-B84F-66D069A40FFF}"/>
          </ac:spMkLst>
        </pc:spChg>
        <pc:spChg chg="add del">
          <ac:chgData name="Ayon Chakraborty" userId="3f1fd1d8faa56149" providerId="LiveId" clId="{123AB38C-985A-4A63-A204-6F9DFB43E8A8}" dt="2026-10-03T05:54:42.744" v="175" actId="22"/>
          <ac:spMkLst>
            <pc:docMk/>
            <pc:sldMk cId="2870156591" sldId="265"/>
            <ac:spMk id="5" creationId="{CC047B89-064D-8526-3911-A19C33A2F404}"/>
          </ac:spMkLst>
        </pc:spChg>
        <pc:spChg chg="add del mod">
          <ac:chgData name="Ayon Chakraborty" userId="3f1fd1d8faa56149" providerId="LiveId" clId="{123AB38C-985A-4A63-A204-6F9DFB43E8A8}" dt="2026-10-03T11:11:19.970" v="679" actId="1076"/>
          <ac:spMkLst>
            <pc:docMk/>
            <pc:sldMk cId="2870156591" sldId="265"/>
            <ac:spMk id="7" creationId="{1DEAC45F-49C0-8ED4-5A76-4672CA7B95C7}"/>
          </ac:spMkLst>
        </pc:spChg>
        <pc:spChg chg="add del">
          <ac:chgData name="Ayon Chakraborty" userId="3f1fd1d8faa56149" providerId="LiveId" clId="{123AB38C-985A-4A63-A204-6F9DFB43E8A8}" dt="2026-10-03T06:08:35.197" v="283" actId="22"/>
          <ac:spMkLst>
            <pc:docMk/>
            <pc:sldMk cId="2870156591" sldId="265"/>
            <ac:spMk id="11" creationId="{64923E23-A2BC-CCB4-56A9-C6F99B3F17DB}"/>
          </ac:spMkLst>
        </pc:spChg>
        <pc:spChg chg="add mod ord">
          <ac:chgData name="Ayon Chakraborty" userId="3f1fd1d8faa56149" providerId="LiveId" clId="{123AB38C-985A-4A63-A204-6F9DFB43E8A8}" dt="2026-10-03T11:42:08.374" v="878" actId="13244"/>
          <ac:spMkLst>
            <pc:docMk/>
            <pc:sldMk cId="2870156591" sldId="265"/>
            <ac:spMk id="13" creationId="{FD46A2FC-AEC7-A2E2-E840-FC77DD7D45CA}"/>
          </ac:spMkLst>
        </pc:spChg>
        <pc:spChg chg="add mod">
          <ac:chgData name="Ayon Chakraborty" userId="3f1fd1d8faa56149" providerId="LiveId" clId="{123AB38C-985A-4A63-A204-6F9DFB43E8A8}" dt="2026-10-03T11:08:21.394" v="653" actId="1076"/>
          <ac:spMkLst>
            <pc:docMk/>
            <pc:sldMk cId="2870156591" sldId="265"/>
            <ac:spMk id="21" creationId="{B445B6CD-7BE4-D726-D626-981D5D30D3B1}"/>
          </ac:spMkLst>
        </pc:spChg>
        <pc:spChg chg="add">
          <ac:chgData name="Ayon Chakraborty" userId="3f1fd1d8faa56149" providerId="LiveId" clId="{123AB38C-985A-4A63-A204-6F9DFB43E8A8}" dt="2026-10-03T06:28:35.062" v="571" actId="22"/>
          <ac:spMkLst>
            <pc:docMk/>
            <pc:sldMk cId="2870156591" sldId="265"/>
            <ac:spMk id="23" creationId="{22ABBE04-5EFF-3801-09EE-6D6514549286}"/>
          </ac:spMkLst>
        </pc:spChg>
        <pc:spChg chg="add mod">
          <ac:chgData name="Ayon Chakraborty" userId="3f1fd1d8faa56149" providerId="LiveId" clId="{123AB38C-985A-4A63-A204-6F9DFB43E8A8}" dt="2026-10-03T06:28:59.411" v="574" actId="20577"/>
          <ac:spMkLst>
            <pc:docMk/>
            <pc:sldMk cId="2870156591" sldId="265"/>
            <ac:spMk id="25" creationId="{58740A80-EA92-A907-2B4E-502E2CC311C8}"/>
          </ac:spMkLst>
        </pc:spChg>
        <pc:graphicFrameChg chg="add del mod modGraphic">
          <ac:chgData name="Ayon Chakraborty" userId="3f1fd1d8faa56149" providerId="LiveId" clId="{123AB38C-985A-4A63-A204-6F9DFB43E8A8}" dt="2026-10-03T05:54:54.734" v="179" actId="478"/>
          <ac:graphicFrameMkLst>
            <pc:docMk/>
            <pc:sldMk cId="2870156591" sldId="265"/>
            <ac:graphicFrameMk id="9" creationId="{1051E7B7-C115-767B-9A11-2F51A20DAD83}"/>
          </ac:graphicFrameMkLst>
        </pc:graphicFrameChg>
        <pc:picChg chg="add mod ord">
          <ac:chgData name="Ayon Chakraborty" userId="3f1fd1d8faa56149" providerId="LiveId" clId="{123AB38C-985A-4A63-A204-6F9DFB43E8A8}" dt="2026-10-03T11:42:22.681" v="881" actId="166"/>
          <ac:picMkLst>
            <pc:docMk/>
            <pc:sldMk cId="2870156591" sldId="265"/>
            <ac:picMk id="15" creationId="{EE03EA0F-DD68-0529-DEBB-3C8A155E4D7F}"/>
          </ac:picMkLst>
        </pc:picChg>
        <pc:picChg chg="add mod ord">
          <ac:chgData name="Ayon Chakraborty" userId="3f1fd1d8faa56149" providerId="LiveId" clId="{123AB38C-985A-4A63-A204-6F9DFB43E8A8}" dt="2026-10-03T11:42:32.123" v="882" actId="166"/>
          <ac:picMkLst>
            <pc:docMk/>
            <pc:sldMk cId="2870156591" sldId="265"/>
            <ac:picMk id="17" creationId="{8D0416C7-2660-EFA4-BF96-CEDEEF91882D}"/>
          </ac:picMkLst>
        </pc:picChg>
        <pc:picChg chg="add mod ord">
          <ac:chgData name="Ayon Chakraborty" userId="3f1fd1d8faa56149" providerId="LiveId" clId="{123AB38C-985A-4A63-A204-6F9DFB43E8A8}" dt="2026-10-03T11:42:37.595" v="883" actId="166"/>
          <ac:picMkLst>
            <pc:docMk/>
            <pc:sldMk cId="2870156591" sldId="265"/>
            <ac:picMk id="19" creationId="{3EA5BD3F-A3DA-0D88-9FA1-7E7114959996}"/>
          </ac:picMkLst>
        </pc:picChg>
        <pc:picChg chg="add mod ord">
          <ac:chgData name="Ayon Chakraborty" userId="3f1fd1d8faa56149" providerId="LiveId" clId="{123AB38C-985A-4A63-A204-6F9DFB43E8A8}" dt="2026-10-03T11:42:05.411" v="877" actId="171"/>
          <ac:picMkLst>
            <pc:docMk/>
            <pc:sldMk cId="2870156591" sldId="265"/>
            <ac:picMk id="27" creationId="{A9875812-9C7D-BA97-246D-07D837640677}"/>
          </ac:picMkLst>
        </pc:picChg>
      </pc:sldChg>
      <pc:sldChg chg="addSp delSp modSp new mod modClrScheme chgLayout">
        <pc:chgData name="Ayon Chakraborty" userId="3f1fd1d8faa56149" providerId="LiveId" clId="{123AB38C-985A-4A63-A204-6F9DFB43E8A8}" dt="2026-10-03T11:44:08.147" v="891" actId="166"/>
        <pc:sldMkLst>
          <pc:docMk/>
          <pc:sldMk cId="2386263557" sldId="266"/>
        </pc:sldMkLst>
        <pc:spChg chg="add mod ord">
          <ac:chgData name="Ayon Chakraborty" userId="3f1fd1d8faa56149" providerId="LiveId" clId="{123AB38C-985A-4A63-A204-6F9DFB43E8A8}" dt="2026-10-03T11:44:08.147" v="891" actId="166"/>
          <ac:spMkLst>
            <pc:docMk/>
            <pc:sldMk cId="2386263557" sldId="266"/>
            <ac:spMk id="2" creationId="{81E55C0A-00FD-9AB9-F72C-7D6DB20B5F8A}"/>
          </ac:spMkLst>
        </pc:spChg>
        <pc:spChg chg="add del mod">
          <ac:chgData name="Ayon Chakraborty" userId="3f1fd1d8faa56149" providerId="LiveId" clId="{123AB38C-985A-4A63-A204-6F9DFB43E8A8}" dt="2026-10-03T06:25:47.844" v="531"/>
          <ac:spMkLst>
            <pc:docMk/>
            <pc:sldMk cId="2386263557" sldId="266"/>
            <ac:spMk id="3" creationId="{82AB9CC3-2C87-4014-74B6-149D7571A596}"/>
          </ac:spMkLst>
        </pc:spChg>
        <pc:spChg chg="add mod">
          <ac:chgData name="Ayon Chakraborty" userId="3f1fd1d8faa56149" providerId="LiveId" clId="{123AB38C-985A-4A63-A204-6F9DFB43E8A8}" dt="2026-10-03T10:35:34.895" v="648" actId="20577"/>
          <ac:spMkLst>
            <pc:docMk/>
            <pc:sldMk cId="2386263557" sldId="266"/>
            <ac:spMk id="5" creationId="{F8C73040-8B0D-C57A-1E0A-A56978956B60}"/>
          </ac:spMkLst>
        </pc:spChg>
        <pc:spChg chg="add">
          <ac:chgData name="Ayon Chakraborty" userId="3f1fd1d8faa56149" providerId="LiveId" clId="{123AB38C-985A-4A63-A204-6F9DFB43E8A8}" dt="2026-10-03T06:29:21.677" v="581" actId="22"/>
          <ac:spMkLst>
            <pc:docMk/>
            <pc:sldMk cId="2386263557" sldId="266"/>
            <ac:spMk id="7" creationId="{3DA8414A-A393-EFD4-CA7B-EDF8950C5D7D}"/>
          </ac:spMkLst>
        </pc:spChg>
        <pc:picChg chg="add mod">
          <ac:chgData name="Ayon Chakraborty" userId="3f1fd1d8faa56149" providerId="LiveId" clId="{123AB38C-985A-4A63-A204-6F9DFB43E8A8}" dt="2026-10-03T11:43:51.061" v="890" actId="29295"/>
          <ac:picMkLst>
            <pc:docMk/>
            <pc:sldMk cId="2386263557" sldId="266"/>
            <ac:picMk id="9" creationId="{A3ACCB46-9C7A-2528-AA9B-662F649E210E}"/>
          </ac:picMkLst>
        </pc:picChg>
      </pc:sldChg>
      <pc:sldChg chg="addSp delSp modSp new mod">
        <pc:chgData name="Ayon Chakraborty" userId="3f1fd1d8faa56149" providerId="LiveId" clId="{123AB38C-985A-4A63-A204-6F9DFB43E8A8}" dt="2026-10-03T11:43:32.036" v="888" actId="29295"/>
        <pc:sldMkLst>
          <pc:docMk/>
          <pc:sldMk cId="3309683567" sldId="267"/>
        </pc:sldMkLst>
        <pc:spChg chg="add del">
          <ac:chgData name="Ayon Chakraborty" userId="3f1fd1d8faa56149" providerId="LiveId" clId="{123AB38C-985A-4A63-A204-6F9DFB43E8A8}" dt="2026-10-03T10:33:15.839" v="584" actId="22"/>
          <ac:spMkLst>
            <pc:docMk/>
            <pc:sldMk cId="3309683567" sldId="267"/>
            <ac:spMk id="3" creationId="{724F5216-635E-3F08-55E7-A6FEE3FA2C87}"/>
          </ac:spMkLst>
        </pc:spChg>
        <pc:spChg chg="add mod">
          <ac:chgData name="Ayon Chakraborty" userId="3f1fd1d8faa56149" providerId="LiveId" clId="{123AB38C-985A-4A63-A204-6F9DFB43E8A8}" dt="2026-10-03T10:34:50.008" v="640" actId="20577"/>
          <ac:spMkLst>
            <pc:docMk/>
            <pc:sldMk cId="3309683567" sldId="267"/>
            <ac:spMk id="5" creationId="{FC764C63-1AF0-E384-3D3A-58C3FCAB9035}"/>
          </ac:spMkLst>
        </pc:spChg>
        <pc:spChg chg="add">
          <ac:chgData name="Ayon Chakraborty" userId="3f1fd1d8faa56149" providerId="LiveId" clId="{123AB38C-985A-4A63-A204-6F9DFB43E8A8}" dt="2026-10-03T10:34:58.888" v="641" actId="22"/>
          <ac:spMkLst>
            <pc:docMk/>
            <pc:sldMk cId="3309683567" sldId="267"/>
            <ac:spMk id="7" creationId="{ED616EC0-BA81-1BD4-8A57-B7C885993B89}"/>
          </ac:spMkLst>
        </pc:spChg>
        <pc:spChg chg="add del">
          <ac:chgData name="Ayon Chakraborty" userId="3f1fd1d8faa56149" providerId="LiveId" clId="{123AB38C-985A-4A63-A204-6F9DFB43E8A8}" dt="2026-10-03T10:35:10.095" v="643" actId="22"/>
          <ac:spMkLst>
            <pc:docMk/>
            <pc:sldMk cId="3309683567" sldId="267"/>
            <ac:spMk id="9" creationId="{3F2FB3B8-B74D-8533-36C9-8672B4941A99}"/>
          </ac:spMkLst>
        </pc:spChg>
        <pc:spChg chg="add mod">
          <ac:chgData name="Ayon Chakraborty" userId="3f1fd1d8faa56149" providerId="LiveId" clId="{123AB38C-985A-4A63-A204-6F9DFB43E8A8}" dt="2026-10-03T10:35:29.358" v="646" actId="20577"/>
          <ac:spMkLst>
            <pc:docMk/>
            <pc:sldMk cId="3309683567" sldId="267"/>
            <ac:spMk id="11" creationId="{5EDF20F0-74B9-44BA-7A24-28116B312070}"/>
          </ac:spMkLst>
        </pc:spChg>
        <pc:spChg chg="add mod">
          <ac:chgData name="Ayon Chakraborty" userId="3f1fd1d8faa56149" providerId="LiveId" clId="{123AB38C-985A-4A63-A204-6F9DFB43E8A8}" dt="2026-10-03T11:13:24.502" v="687" actId="1076"/>
          <ac:spMkLst>
            <pc:docMk/>
            <pc:sldMk cId="3309683567" sldId="267"/>
            <ac:spMk id="12" creationId="{7E0A8D36-652B-5E68-D060-3CB92332DE06}"/>
          </ac:spMkLst>
        </pc:spChg>
        <pc:spChg chg="add mod">
          <ac:chgData name="Ayon Chakraborty" userId="3f1fd1d8faa56149" providerId="LiveId" clId="{123AB38C-985A-4A63-A204-6F9DFB43E8A8}" dt="2026-10-03T11:15:06.387" v="694" actId="20577"/>
          <ac:spMkLst>
            <pc:docMk/>
            <pc:sldMk cId="3309683567" sldId="267"/>
            <ac:spMk id="13" creationId="{134960E3-6930-39F9-D0D8-838921DFCA32}"/>
          </ac:spMkLst>
        </pc:spChg>
        <pc:picChg chg="add mod">
          <ac:chgData name="Ayon Chakraborty" userId="3f1fd1d8faa56149" providerId="LiveId" clId="{123AB38C-985A-4A63-A204-6F9DFB43E8A8}" dt="2026-10-03T11:43:32.036" v="888" actId="29295"/>
          <ac:picMkLst>
            <pc:docMk/>
            <pc:sldMk cId="3309683567" sldId="267"/>
            <ac:picMk id="15" creationId="{4A31E324-493C-E384-D7DA-FCBC56C4E1F9}"/>
          </ac:picMkLst>
        </pc:picChg>
      </pc:sldChg>
      <pc:sldMasterChg chg="setBg">
        <pc:chgData name="Ayon Chakraborty" userId="3f1fd1d8faa56149" providerId="LiveId" clId="{123AB38C-985A-4A63-A204-6F9DFB43E8A8}" dt="2026-10-03T05:35:24.607" v="58"/>
        <pc:sldMasterMkLst>
          <pc:docMk/>
          <pc:sldMasterMk cId="2209977519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C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8096" y="107743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CD3E"/>
                </a:solidFill>
                <a:latin typeface="Aptos Display"/>
              </a:defRPr>
            </a:pPr>
            <a:r>
              <a:rPr dirty="0"/>
              <a:t>ROAD ACCIDENT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064479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5F7FA"/>
                </a:solidFill>
                <a:latin typeface="Aptos"/>
              </a:defRPr>
            </a:pPr>
            <a:r>
              <a:rPr dirty="0"/>
              <a:t>Power BI Data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709193"/>
            <a:ext cx="997856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D2DCEB"/>
                </a:solidFill>
                <a:latin typeface="Aptos"/>
              </a:defRPr>
            </a:pPr>
            <a:r>
              <a:rPr dirty="0"/>
              <a:t>Analysis of casualties, accidents, vehicle types, road conditions, light conditions and geographic distribution.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C4872-6012-A107-F14F-513E1BBB61F7}"/>
              </a:ext>
            </a:extLst>
          </p:cNvPr>
          <p:cNvSpPr txBox="1"/>
          <p:nvPr/>
        </p:nvSpPr>
        <p:spPr>
          <a:xfrm>
            <a:off x="11279065" y="651052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5B4C8"/>
                </a:solidFill>
              </a:defRPr>
            </a:pPr>
            <a:r>
              <a:rPr lang="en-IN" dirty="0"/>
              <a:t>1</a:t>
            </a: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75BE5A-B80A-78DF-E8D2-6D46B9701BDE}"/>
              </a:ext>
            </a:extLst>
          </p:cNvPr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41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3D1EB6-A4EB-C5E2-6D4F-833B29BE5A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9588" y="4427762"/>
            <a:ext cx="23033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5B4C8"/>
                </a:solidFill>
                <a:latin typeface="Aptos"/>
              </a:defRPr>
            </a:pPr>
            <a:r>
              <a:rPr lang="en-IN" sz="1600" b="1" dirty="0"/>
              <a:t>Presented by </a:t>
            </a:r>
          </a:p>
          <a:p>
            <a:pPr>
              <a:defRPr sz="1300">
                <a:solidFill>
                  <a:srgbClr val="A5B4C8"/>
                </a:solidFill>
                <a:latin typeface="Aptos"/>
              </a:defRPr>
            </a:pPr>
            <a:r>
              <a:rPr lang="en-IN" sz="1600" b="1" dirty="0"/>
              <a:t>	Ayon Chakraborty</a:t>
            </a:r>
            <a:endParaRPr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CD3E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2423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CEB"/>
                </a:solidFill>
                <a:latin typeface="Aptos"/>
              </a:defRPr>
            </a:pPr>
            <a:r>
              <a:rPr sz="1400" dirty="0"/>
              <a:t>Purpose and analytical focus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94960" cy="4480560"/>
          </a:xfrm>
          <a:prstGeom prst="roundRect">
            <a:avLst/>
          </a:prstGeom>
          <a:solidFill>
            <a:srgbClr val="1F3558"/>
          </a:solidFill>
          <a:ln>
            <a:solidFill>
              <a:srgbClr val="425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Understand road accident casualty patterns using interactive Power BI visuals.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Track current-year (CY) casualties and accidents through KPI cards.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Compare CY and previous-year (PY) casualty trends by month.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Analy</a:t>
            </a:r>
            <a:r>
              <a:rPr lang="en-IN" dirty="0"/>
              <a:t>s</a:t>
            </a:r>
            <a:r>
              <a:rPr dirty="0"/>
              <a:t>e casualties by vehicle type, road type, urban/rural area and light condition.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Use road-surface and weather-condition slicers for interactive analysis.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Use geographic mapping to examine casualty locations.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074920" cy="960120"/>
          </a:xfrm>
          <a:prstGeom prst="roundRect">
            <a:avLst/>
          </a:prstGeom>
          <a:solidFill>
            <a:srgbClr val="1F3558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600" b="1">
                <a:solidFill>
                  <a:srgbClr val="F4CD3E"/>
                </a:solidFill>
              </a:defRPr>
            </a:pPr>
            <a:r>
              <a:rPr dirty="0"/>
              <a:t>KPI Monitoring</a:t>
            </a:r>
          </a:p>
          <a:p>
            <a:pPr algn="ctr">
              <a:defRPr sz="1200">
                <a:solidFill>
                  <a:srgbClr val="F5F7FA"/>
                </a:solidFill>
              </a:defRPr>
            </a:pPr>
            <a:r>
              <a:rPr dirty="0"/>
              <a:t>CY casualties, accidents and casualty severity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496312"/>
            <a:ext cx="5074920" cy="960120"/>
          </a:xfrm>
          <a:prstGeom prst="roundRect">
            <a:avLst/>
          </a:prstGeom>
          <a:solidFill>
            <a:srgbClr val="1F3558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600" b="1">
                <a:solidFill>
                  <a:srgbClr val="F4CD3E"/>
                </a:solidFill>
              </a:defRPr>
            </a:pPr>
            <a:r>
              <a:rPr dirty="0"/>
              <a:t>Trend Analysis</a:t>
            </a:r>
          </a:p>
          <a:p>
            <a:pPr algn="ctr">
              <a:defRPr sz="1200">
                <a:solidFill>
                  <a:srgbClr val="F5F7FA"/>
                </a:solidFill>
              </a:defRPr>
            </a:pPr>
            <a:r>
              <a:rPr dirty="0"/>
              <a:t>Monthly CY vs PY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575304"/>
            <a:ext cx="5074920" cy="960120"/>
          </a:xfrm>
          <a:prstGeom prst="roundRect">
            <a:avLst/>
          </a:prstGeom>
          <a:solidFill>
            <a:srgbClr val="1F3558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600" b="1">
                <a:solidFill>
                  <a:srgbClr val="F4CD3E"/>
                </a:solidFill>
              </a:defRPr>
            </a:pPr>
            <a:r>
              <a:rPr dirty="0"/>
              <a:t>Category Analysis</a:t>
            </a:r>
          </a:p>
          <a:p>
            <a:pPr algn="ctr">
              <a:defRPr sz="1200">
                <a:solidFill>
                  <a:srgbClr val="F5F7FA"/>
                </a:solidFill>
              </a:defRPr>
            </a:pPr>
            <a:r>
              <a:rPr dirty="0"/>
              <a:t>Vehicle, road and light-condition breakdown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654296"/>
            <a:ext cx="5074920" cy="960120"/>
          </a:xfrm>
          <a:prstGeom prst="roundRect">
            <a:avLst/>
          </a:prstGeom>
          <a:solidFill>
            <a:srgbClr val="1F3558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600" b="1">
                <a:solidFill>
                  <a:srgbClr val="F4CD3E"/>
                </a:solidFill>
              </a:defRPr>
            </a:pPr>
            <a:r>
              <a:rPr dirty="0"/>
              <a:t>Geographic View</a:t>
            </a:r>
          </a:p>
          <a:p>
            <a:pPr algn="ctr">
              <a:defRPr sz="1200">
                <a:solidFill>
                  <a:srgbClr val="F5F7FA"/>
                </a:solidFill>
              </a:defRPr>
            </a:pPr>
            <a:r>
              <a:rPr dirty="0"/>
              <a:t>Casualties plotted by 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41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5B4C8"/>
                </a:solidFill>
              </a:defRPr>
            </a:pPr>
            <a:r>
              <a:rPr dirty="0"/>
              <a:t>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4A93E9-6970-6E10-A88D-0E910FACD7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968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CD3E"/>
                </a:solidFill>
                <a:latin typeface="Aptos Display"/>
              </a:defRPr>
            </a:pPr>
            <a:r>
              <a:rPr dirty="0"/>
              <a:t>2. Interactive 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76845"/>
            <a:ext cx="28271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CEB"/>
                </a:solidFill>
                <a:latin typeface="Aptos"/>
              </a:defRPr>
            </a:pPr>
            <a:r>
              <a:rPr sz="1400" dirty="0"/>
              <a:t>Main report page and visual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41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5B4C8"/>
                </a:solidFill>
              </a:defRPr>
            </a:pPr>
            <a:r>
              <a:t>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788BF3-7AC0-66AC-5905-2EB7984817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3A9F83-2431-2AA2-FAF7-5076619A9F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8029" y="1264722"/>
            <a:ext cx="9145335" cy="5129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CD3E"/>
                </a:solidFill>
                <a:latin typeface="Aptos Display"/>
              </a:defRPr>
            </a:pPr>
            <a:r>
              <a:t>3. KPI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837" y="1001268"/>
            <a:ext cx="295266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CEB"/>
                </a:solidFill>
                <a:latin typeface="Aptos"/>
              </a:defRPr>
            </a:pPr>
            <a:r>
              <a:rPr sz="1400" dirty="0"/>
              <a:t>Key figures visible on the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06502"/>
            <a:ext cx="967494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D2DCEB"/>
                </a:solidFill>
              </a:defRPr>
            </a:pPr>
            <a:r>
              <a:rPr dirty="0"/>
              <a:t>The dashboard presents current-year totals alongside percentage changes, making the headline accident and casualty measures easy to monitor.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41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5B4C8"/>
                </a:solidFill>
              </a:defRPr>
            </a:pPr>
            <a:r>
              <a:t>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8D702C-FCC0-5E7E-F6EF-9049C99895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46920" y="1828799"/>
            <a:ext cx="2057400" cy="1508761"/>
          </a:xfrm>
          <a:prstGeom prst="roundRect">
            <a:avLst/>
          </a:prstGeom>
          <a:solidFill>
            <a:srgbClr val="1F3558"/>
          </a:solidFill>
          <a:ln>
            <a:solidFill>
              <a:srgbClr val="4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5F7FA"/>
                </a:solidFill>
              </a:defRPr>
            </a:pPr>
            <a:r>
              <a:t>166K</a:t>
            </a:r>
          </a:p>
          <a:p>
            <a:pPr algn="ctr">
              <a:defRPr sz="1100">
                <a:solidFill>
                  <a:srgbClr val="D2DCEB"/>
                </a:solidFill>
              </a:defRPr>
            </a:pPr>
            <a:r>
              <a:t>Total CY Slight Casualties</a:t>
            </a:r>
          </a:p>
          <a:p>
            <a:pPr algn="ctr">
              <a:defRPr sz="1300" b="1">
                <a:solidFill>
                  <a:srgbClr val="EC99BC"/>
                </a:solidFill>
              </a:defRPr>
            </a:pPr>
            <a:r>
              <a:t>-10.6%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828801"/>
            <a:ext cx="2057400" cy="1508760"/>
          </a:xfrm>
          <a:prstGeom prst="roundRect">
            <a:avLst/>
          </a:prstGeom>
          <a:solidFill>
            <a:srgbClr val="1F3558"/>
          </a:solidFill>
          <a:ln>
            <a:solidFill>
              <a:srgbClr val="4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5F7FA"/>
                </a:solidFill>
              </a:defRPr>
            </a:pPr>
            <a:r>
              <a:t>27K</a:t>
            </a:r>
          </a:p>
          <a:p>
            <a:pPr algn="ctr">
              <a:defRPr sz="1100">
                <a:solidFill>
                  <a:srgbClr val="D2DCEB"/>
                </a:solidFill>
              </a:defRPr>
            </a:pPr>
            <a:r>
              <a:t>Total CY Serious Casualties</a:t>
            </a:r>
          </a:p>
          <a:p>
            <a:pPr algn="ctr">
              <a:defRPr sz="1300" b="1">
                <a:solidFill>
                  <a:srgbClr val="EC99BC"/>
                </a:solidFill>
              </a:defRPr>
            </a:pPr>
            <a:r>
              <a:t>-16.2%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28800"/>
            <a:ext cx="2057400" cy="1508760"/>
          </a:xfrm>
          <a:prstGeom prst="roundRect">
            <a:avLst/>
          </a:prstGeom>
          <a:solidFill>
            <a:srgbClr val="1F3558"/>
          </a:solidFill>
          <a:ln>
            <a:solidFill>
              <a:srgbClr val="4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5F7FA"/>
                </a:solidFill>
              </a:defRPr>
            </a:pPr>
            <a:r>
              <a:t>3K</a:t>
            </a:r>
          </a:p>
          <a:p>
            <a:pPr algn="ctr">
              <a:defRPr sz="1100">
                <a:solidFill>
                  <a:srgbClr val="D2DCEB"/>
                </a:solidFill>
              </a:defRPr>
            </a:pPr>
            <a:r>
              <a:t>Total CY Fatal Casualties</a:t>
            </a:r>
          </a:p>
          <a:p>
            <a:pPr algn="ctr">
              <a:defRPr sz="1300" b="1">
                <a:solidFill>
                  <a:srgbClr val="EC99BC"/>
                </a:solidFill>
              </a:defRPr>
            </a:pPr>
            <a:r>
              <a:t>-33.3%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828800"/>
            <a:ext cx="2057400" cy="1508760"/>
          </a:xfrm>
          <a:prstGeom prst="roundRect">
            <a:avLst/>
          </a:prstGeom>
          <a:solidFill>
            <a:srgbClr val="1F3558"/>
          </a:solidFill>
          <a:ln>
            <a:solidFill>
              <a:srgbClr val="4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5F7FA"/>
                </a:solidFill>
              </a:defRPr>
            </a:pPr>
            <a:r>
              <a:t>144K</a:t>
            </a:r>
          </a:p>
          <a:p>
            <a:pPr algn="ctr">
              <a:defRPr sz="1100">
                <a:solidFill>
                  <a:srgbClr val="D2DCEB"/>
                </a:solidFill>
              </a:defRPr>
            </a:pPr>
            <a:r>
              <a:t>Total CY Accidents</a:t>
            </a:r>
          </a:p>
          <a:p>
            <a:pPr algn="ctr">
              <a:defRPr sz="1300" b="1">
                <a:solidFill>
                  <a:srgbClr val="EC99BC"/>
                </a:solidFill>
              </a:defRPr>
            </a:pPr>
            <a:r>
              <a:t>-11.7%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57400" cy="1548241"/>
          </a:xfrm>
          <a:prstGeom prst="roundRect">
            <a:avLst/>
          </a:prstGeom>
          <a:solidFill>
            <a:srgbClr val="1F3558"/>
          </a:solidFill>
          <a:ln>
            <a:solidFill>
              <a:srgbClr val="4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5F7FA"/>
                </a:solidFill>
              </a:defRPr>
            </a:pPr>
            <a:r>
              <a:rPr dirty="0"/>
              <a:t>196K</a:t>
            </a:r>
          </a:p>
          <a:p>
            <a:pPr algn="ctr">
              <a:defRPr sz="1100">
                <a:solidFill>
                  <a:srgbClr val="D2DCEB"/>
                </a:solidFill>
              </a:defRPr>
            </a:pPr>
            <a:r>
              <a:rPr dirty="0"/>
              <a:t>Total CY Casualties</a:t>
            </a:r>
          </a:p>
          <a:p>
            <a:pPr algn="ctr">
              <a:defRPr sz="1300" b="1">
                <a:solidFill>
                  <a:srgbClr val="EC99BC"/>
                </a:solidFill>
              </a:defRPr>
            </a:pPr>
            <a:r>
              <a:rPr dirty="0"/>
              <a:t>-11.9%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CD3E"/>
                </a:solidFill>
                <a:latin typeface="Aptos Display"/>
              </a:defRPr>
            </a:pPr>
            <a:r>
              <a:t>4. Casualties by Vehicle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40963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CEB"/>
                </a:solidFill>
                <a:latin typeface="Aptos"/>
              </a:defRPr>
            </a:pPr>
            <a:r>
              <a:rPr sz="1400" dirty="0"/>
              <a:t>Category-level breakdown shown in the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36940" y="1403936"/>
            <a:ext cx="4937760" cy="4389120"/>
          </a:xfrm>
          <a:prstGeom prst="roundRect">
            <a:avLst/>
          </a:prstGeom>
          <a:solidFill>
            <a:srgbClr val="1F3558"/>
          </a:solidFill>
          <a:ln>
            <a:solidFill>
              <a:srgbClr val="425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Car is the largest vehicle category shown, at approximately 115K casualties.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Bike and Van each contribute approximately 12K casualties.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Bus contributes approximately 5K casualties.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Other contributes approximately 1K casualties.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Agricultural is shown with a much smaller value, about 299 casualties.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41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5B4C8"/>
                </a:solidFill>
              </a:defRPr>
            </a:pPr>
            <a:r>
              <a:t>5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399204B-D1E3-8BA8-9882-409A7D9F44A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EC7CFB9-0A58-23B6-3224-656F24D1F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251" y="1495376"/>
            <a:ext cx="2063395" cy="4402504"/>
          </a:xfrm>
          <a:prstGeom prst="round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0756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CD3E"/>
                </a:solidFill>
                <a:latin typeface="Aptos Display"/>
              </a:defRPr>
            </a:pPr>
            <a:r>
              <a:rPr dirty="0"/>
              <a:t>5.</a:t>
            </a:r>
            <a:r>
              <a:rPr lang="en-IN" dirty="0"/>
              <a:t> Monthly</a:t>
            </a:r>
            <a:r>
              <a:rPr dirty="0"/>
              <a:t> Trend </a:t>
            </a:r>
            <a:r>
              <a:rPr lang="en-IN" dirty="0"/>
              <a:t>Analysis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365677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CEB"/>
                </a:solidFill>
                <a:latin typeface="Aptos"/>
              </a:defRPr>
            </a:pPr>
            <a:r>
              <a:rPr sz="1400" dirty="0"/>
              <a:t>How casualties vary across time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41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5B4C8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630644"/>
            <a:ext cx="5486400" cy="4480560"/>
          </a:xfrm>
          <a:prstGeom prst="roundRect">
            <a:avLst/>
          </a:prstGeom>
          <a:solidFill>
            <a:srgbClr val="1F3558"/>
          </a:solidFill>
          <a:ln>
            <a:solidFill>
              <a:srgbClr val="415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1900" b="1">
                <a:solidFill>
                  <a:srgbClr val="F4CD3E"/>
                </a:solidFill>
              </a:defRPr>
            </a:pPr>
            <a:r>
              <a:rPr dirty="0"/>
              <a:t>Monthly CY vs PY trend</a:t>
            </a:r>
            <a:endParaRPr lang="en-IN" dirty="0"/>
          </a:p>
          <a:p>
            <a:pPr algn="ctr">
              <a:defRPr sz="1900" b="1">
                <a:solidFill>
                  <a:srgbClr val="F4CD3E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F5F7FA"/>
                </a:solidFill>
              </a:defRPr>
            </a:pPr>
            <a:r>
              <a:rPr dirty="0"/>
              <a:t>• CY and PY casualties are compared month by month.</a:t>
            </a:r>
          </a:p>
          <a:p>
            <a:pPr>
              <a:spcAft>
                <a:spcPts val="1000"/>
              </a:spcAft>
              <a:defRPr sz="1400">
                <a:solidFill>
                  <a:srgbClr val="F5F7FA"/>
                </a:solidFill>
              </a:defRPr>
            </a:pPr>
            <a:r>
              <a:rPr dirty="0"/>
              <a:t>• The chart shows a generally higher CY series across much of the year.</a:t>
            </a:r>
          </a:p>
          <a:p>
            <a:pPr>
              <a:spcAft>
                <a:spcPts val="1000"/>
              </a:spcAft>
              <a:defRPr sz="1400">
                <a:solidFill>
                  <a:srgbClr val="F5F7FA"/>
                </a:solidFill>
              </a:defRPr>
            </a:pPr>
            <a:r>
              <a:rPr dirty="0"/>
              <a:t>• The strongest visible CY level occurs around November before a sharp December drop.</a:t>
            </a:r>
          </a:p>
          <a:p>
            <a:pPr>
              <a:spcAft>
                <a:spcPts val="1000"/>
              </a:spcAft>
              <a:defRPr sz="1400">
                <a:solidFill>
                  <a:srgbClr val="F5F7FA"/>
                </a:solidFill>
              </a:defRPr>
            </a:pPr>
            <a:r>
              <a:rPr dirty="0"/>
              <a:t>• The comparison supports month-level performance monitoring.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25959A-3053-4E0A-0BA8-8509C6F769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5FB336-00D0-A054-C4A0-D356963E30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99"/>
          <a:stretch>
            <a:fillRect/>
          </a:stretch>
        </p:blipFill>
        <p:spPr>
          <a:xfrm>
            <a:off x="6595601" y="2608901"/>
            <a:ext cx="4849147" cy="2455785"/>
          </a:xfrm>
          <a:prstGeom prst="round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CB68B98D-9848-1C68-3157-28BE66051B1E}"/>
              </a:ext>
            </a:extLst>
          </p:cNvPr>
          <p:cNvSpPr/>
          <p:nvPr/>
        </p:nvSpPr>
        <p:spPr>
          <a:xfrm>
            <a:off x="6400800" y="1296722"/>
            <a:ext cx="5166360" cy="4480560"/>
          </a:xfrm>
          <a:prstGeom prst="roundRect">
            <a:avLst/>
          </a:prstGeom>
          <a:solidFill>
            <a:srgbClr val="1F3558"/>
          </a:solidFill>
          <a:ln>
            <a:solidFill>
              <a:srgbClr val="415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1900" b="1">
                <a:solidFill>
                  <a:srgbClr val="F4CD3E"/>
                </a:solidFill>
              </a:defRPr>
            </a:pPr>
            <a:r>
              <a:rPr dirty="0"/>
              <a:t>Casualties by road type</a:t>
            </a:r>
            <a:endParaRPr lang="en-IN" dirty="0"/>
          </a:p>
          <a:p>
            <a:pPr algn="ctr">
              <a:defRPr sz="1900" b="1">
                <a:solidFill>
                  <a:srgbClr val="F4CD3E"/>
                </a:solidFill>
              </a:defRPr>
            </a:pPr>
            <a:endParaRPr sz="1400" dirty="0"/>
          </a:p>
          <a:p>
            <a:pPr>
              <a:spcAft>
                <a:spcPts val="1000"/>
              </a:spcAft>
              <a:defRPr sz="1400">
                <a:solidFill>
                  <a:srgbClr val="F5F7FA"/>
                </a:solidFill>
              </a:defRPr>
            </a:pPr>
            <a:r>
              <a:rPr sz="1400" dirty="0"/>
              <a:t>• Single carriageway: approximately 145K.</a:t>
            </a:r>
          </a:p>
          <a:p>
            <a:pPr>
              <a:spcAft>
                <a:spcPts val="1000"/>
              </a:spcAft>
              <a:defRPr sz="1400">
                <a:solidFill>
                  <a:srgbClr val="F5F7FA"/>
                </a:solidFill>
              </a:defRPr>
            </a:pPr>
            <a:r>
              <a:rPr sz="1400" dirty="0"/>
              <a:t>• Dual carriageway: approximately 32K.</a:t>
            </a:r>
          </a:p>
          <a:p>
            <a:pPr>
              <a:spcAft>
                <a:spcPts val="1000"/>
              </a:spcAft>
              <a:defRPr sz="1400">
                <a:solidFill>
                  <a:srgbClr val="F5F7FA"/>
                </a:solidFill>
              </a:defRPr>
            </a:pPr>
            <a:r>
              <a:rPr sz="1400" dirty="0"/>
              <a:t>• Roundabout: approximately 13K.</a:t>
            </a:r>
          </a:p>
          <a:p>
            <a:pPr>
              <a:spcAft>
                <a:spcPts val="1000"/>
              </a:spcAft>
              <a:defRPr sz="1400">
                <a:solidFill>
                  <a:srgbClr val="F5F7FA"/>
                </a:solidFill>
              </a:defRPr>
            </a:pPr>
            <a:r>
              <a:rPr sz="1400" dirty="0"/>
              <a:t>• One-way street: approximately 3K.</a:t>
            </a:r>
          </a:p>
          <a:p>
            <a:pPr>
              <a:spcAft>
                <a:spcPts val="1000"/>
              </a:spcAft>
              <a:defRPr sz="1400">
                <a:solidFill>
                  <a:srgbClr val="F5F7FA"/>
                </a:solidFill>
              </a:defRPr>
            </a:pPr>
            <a:r>
              <a:rPr sz="1400" dirty="0"/>
              <a:t>• Slip road: approximately 3K.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6C25D9-E88F-7D62-1EFD-2554778B698A}"/>
              </a:ext>
            </a:extLst>
          </p:cNvPr>
          <p:cNvSpPr txBox="1"/>
          <p:nvPr/>
        </p:nvSpPr>
        <p:spPr>
          <a:xfrm>
            <a:off x="723162" y="518160"/>
            <a:ext cx="35223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CD3E"/>
                </a:solidFill>
                <a:latin typeface="Aptos Display"/>
              </a:defRPr>
            </a:pPr>
            <a:r>
              <a:rPr lang="en-IN" dirty="0"/>
              <a:t>6</a:t>
            </a:r>
            <a:r>
              <a:rPr dirty="0"/>
              <a:t>. </a:t>
            </a:r>
            <a:r>
              <a:rPr lang="en-IN" dirty="0"/>
              <a:t>Road-Type Analysis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B3EB11-875C-D13E-8CF6-F70B35C2AA40}"/>
              </a:ext>
            </a:extLst>
          </p:cNvPr>
          <p:cNvSpPr txBox="1"/>
          <p:nvPr/>
        </p:nvSpPr>
        <p:spPr>
          <a:xfrm>
            <a:off x="795181" y="988945"/>
            <a:ext cx="30548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CEB"/>
                </a:solidFill>
                <a:latin typeface="Aptos"/>
              </a:defRPr>
            </a:pPr>
            <a:r>
              <a:rPr sz="1400" dirty="0"/>
              <a:t>How casualties vary across </a:t>
            </a:r>
            <a:r>
              <a:rPr lang="en-IN" sz="1400" dirty="0"/>
              <a:t>road</a:t>
            </a:r>
            <a:r>
              <a:rPr sz="1400" dirty="0"/>
              <a:t> </a:t>
            </a:r>
            <a:r>
              <a:rPr lang="en-IN" sz="1400" dirty="0"/>
              <a:t>type</a:t>
            </a:r>
            <a:endParaRPr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49EACD-0633-6A25-FFCE-C8D9A973B276}"/>
              </a:ext>
            </a:extLst>
          </p:cNvPr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41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D15443-00C1-4042-B9E7-8E93DAF29CAC}"/>
              </a:ext>
            </a:extLst>
          </p:cNvPr>
          <p:cNvSpPr txBox="1"/>
          <p:nvPr/>
        </p:nvSpPr>
        <p:spPr>
          <a:xfrm>
            <a:off x="11279065" y="651052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5B4C8"/>
                </a:solidFill>
              </a:defRPr>
            </a:pPr>
            <a:r>
              <a:rPr lang="en-IN" dirty="0"/>
              <a:t>7</a:t>
            </a: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FE364AA-FDC7-4FE7-8321-13A70813A1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272EBAC-9ECE-9C2A-3DBE-91E61F8EC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81" y="2162479"/>
            <a:ext cx="5072367" cy="264209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27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35704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CD3E"/>
                </a:solidFill>
                <a:latin typeface="Aptos Display"/>
              </a:defRPr>
            </a:pPr>
            <a:r>
              <a:rPr lang="en-IN" dirty="0"/>
              <a:t>7</a:t>
            </a:r>
            <a:r>
              <a:rPr dirty="0"/>
              <a:t>. Conditions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1777" y="1365262"/>
            <a:ext cx="5166360" cy="4434840"/>
          </a:xfrm>
          <a:prstGeom prst="roundRect">
            <a:avLst/>
          </a:prstGeom>
          <a:solidFill>
            <a:srgbClr val="1F3558"/>
          </a:solidFill>
          <a:ln>
            <a:solidFill>
              <a:srgbClr val="425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Urban casualties account for about 61.95% in the dashboard's Urban/Rural donut chart.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Rural casualties account for about 38.05%.</a:t>
            </a:r>
          </a:p>
          <a:p>
            <a:r>
              <a:rPr dirty="0"/>
              <a:t>• </a:t>
            </a:r>
            <a:r>
              <a:rPr lang="en-IN" dirty="0"/>
              <a:t>The accident rate during the day is about 150k.</a:t>
            </a:r>
          </a:p>
          <a:p>
            <a:r>
              <a:rPr lang="en-US" dirty="0"/>
              <a:t>• And </a:t>
            </a:r>
            <a:r>
              <a:rPr lang="en-IN" dirty="0"/>
              <a:t>the accident rate during the night is about 50k.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lang="en-US" dirty="0"/>
              <a:t>• </a:t>
            </a:r>
            <a:r>
              <a:rPr lang="en-IN" sz="1600" dirty="0">
                <a:solidFill>
                  <a:srgbClr val="F5F7FA"/>
                </a:solidFill>
                <a:latin typeface="Aptos"/>
              </a:rPr>
              <a:t>Traffic is lighter at night, so the accident rate is generally lower than during the 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12689" y="2128415"/>
            <a:ext cx="1506793" cy="952107"/>
          </a:xfrm>
          <a:prstGeom prst="roundRect">
            <a:avLst/>
          </a:prstGeom>
          <a:solidFill>
            <a:srgbClr val="253E60"/>
          </a:solidFill>
          <a:ln>
            <a:solidFill>
              <a:srgbClr val="486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4CD3E"/>
                </a:solidFill>
              </a:defRPr>
            </a:pPr>
            <a:endParaRPr lang="en-IN" dirty="0"/>
          </a:p>
          <a:p>
            <a:pPr algn="ctr">
              <a:defRPr sz="1500" b="1">
                <a:solidFill>
                  <a:srgbClr val="F4CD3E"/>
                </a:solidFill>
              </a:defRPr>
            </a:pPr>
            <a:r>
              <a:rPr dirty="0"/>
              <a:t>Urban</a:t>
            </a:r>
          </a:p>
          <a:p>
            <a:pPr algn="ctr">
              <a:defRPr sz="1200">
                <a:solidFill>
                  <a:srgbClr val="F5F7FA"/>
                </a:solidFill>
              </a:defRPr>
            </a:pPr>
            <a:r>
              <a:rPr dirty="0"/>
              <a:t>61.95%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12689" y="960120"/>
            <a:ext cx="1485900" cy="978900"/>
          </a:xfrm>
          <a:prstGeom prst="roundRect">
            <a:avLst/>
          </a:prstGeom>
          <a:solidFill>
            <a:srgbClr val="253E60"/>
          </a:solidFill>
          <a:ln>
            <a:solidFill>
              <a:srgbClr val="486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4CD3E"/>
                </a:solidFill>
              </a:defRPr>
            </a:pPr>
            <a:endParaRPr lang="en-IN" dirty="0"/>
          </a:p>
          <a:p>
            <a:pPr algn="ctr">
              <a:defRPr sz="1500" b="1">
                <a:solidFill>
                  <a:srgbClr val="F4CD3E"/>
                </a:solidFill>
              </a:defRPr>
            </a:pPr>
            <a:r>
              <a:rPr dirty="0"/>
              <a:t>Rural</a:t>
            </a:r>
          </a:p>
          <a:p>
            <a:pPr algn="ctr">
              <a:defRPr sz="1200">
                <a:solidFill>
                  <a:srgbClr val="F5F7FA"/>
                </a:solidFill>
              </a:defRPr>
            </a:pPr>
            <a:r>
              <a:rPr dirty="0"/>
              <a:t>38.05%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41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79065" y="651052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5B4C8"/>
                </a:solidFill>
              </a:defRPr>
            </a:pPr>
            <a:r>
              <a:rPr lang="en-IN" dirty="0"/>
              <a:t>8</a:t>
            </a:r>
            <a:endParaRPr dirty="0"/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92B910A6-380B-A13E-06C4-8662B1BAD198}"/>
              </a:ext>
            </a:extLst>
          </p:cNvPr>
          <p:cNvSpPr/>
          <p:nvPr/>
        </p:nvSpPr>
        <p:spPr>
          <a:xfrm>
            <a:off x="5718141" y="3893500"/>
            <a:ext cx="3865637" cy="570911"/>
          </a:xfrm>
          <a:prstGeom prst="roundRect">
            <a:avLst/>
          </a:prstGeom>
          <a:solidFill>
            <a:srgbClr val="253E60"/>
          </a:solidFill>
          <a:ln>
            <a:solidFill>
              <a:srgbClr val="486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1500" b="1">
                <a:solidFill>
                  <a:srgbClr val="F4CD3E"/>
                </a:solidFill>
              </a:defRPr>
            </a:pPr>
            <a:r>
              <a:rPr lang="en-US" dirty="0"/>
              <a:t>The light-condition chart compares Day and Dark conditions.</a:t>
            </a:r>
          </a:p>
          <a:p>
            <a:pPr algn="ctr">
              <a:defRPr sz="1500" b="1">
                <a:solidFill>
                  <a:srgbClr val="F4CD3E"/>
                </a:solidFill>
              </a:defRPr>
            </a:pPr>
            <a:endParaRPr lang="en-IN" dirty="0"/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AFEBF075-4D60-71A6-F4F6-95829267DC45}"/>
              </a:ext>
            </a:extLst>
          </p:cNvPr>
          <p:cNvSpPr txBox="1"/>
          <p:nvPr/>
        </p:nvSpPr>
        <p:spPr>
          <a:xfrm>
            <a:off x="774664" y="890923"/>
            <a:ext cx="33571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>
                <a:solidFill>
                  <a:srgbClr val="D2DCEB"/>
                </a:solidFill>
                <a:latin typeface="Aptos"/>
              </a:defRPr>
            </a:pPr>
            <a:r>
              <a:t>Environmental and location-based views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E442335-DE5D-11AE-5250-287F224457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D85A04-F2C8-B4C0-55BE-94F66C386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13" y="3706376"/>
            <a:ext cx="2186112" cy="2062203"/>
          </a:xfrm>
          <a:prstGeom prst="round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42100D-89AC-0156-EFF9-BB7EA8D64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562" y="1158693"/>
            <a:ext cx="2074979" cy="1914062"/>
          </a:xfrm>
          <a:prstGeom prst="round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1A5DF73B-E21F-1C7F-B84F-66D069A40FFF}"/>
              </a:ext>
            </a:extLst>
          </p:cNvPr>
          <p:cNvSpPr/>
          <p:nvPr/>
        </p:nvSpPr>
        <p:spPr>
          <a:xfrm>
            <a:off x="1181211" y="1558292"/>
            <a:ext cx="1795298" cy="1015797"/>
          </a:xfrm>
          <a:prstGeom prst="roundRect">
            <a:avLst/>
          </a:prstGeom>
          <a:solidFill>
            <a:srgbClr val="253E60"/>
          </a:solidFill>
          <a:ln>
            <a:solidFill>
              <a:srgbClr val="486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4CD3E"/>
                </a:solidFill>
              </a:defRPr>
            </a:pPr>
            <a:endParaRPr lang="en-IN" dirty="0"/>
          </a:p>
          <a:p>
            <a:pPr algn="ctr">
              <a:defRPr sz="1500" b="1">
                <a:solidFill>
                  <a:srgbClr val="F4CD3E"/>
                </a:solidFill>
              </a:defRPr>
            </a:pPr>
            <a:r>
              <a:rPr dirty="0"/>
              <a:t>Map</a:t>
            </a:r>
          </a:p>
          <a:p>
            <a:pPr algn="ctr">
              <a:defRPr sz="1200">
                <a:solidFill>
                  <a:srgbClr val="F5F7FA"/>
                </a:solidFill>
              </a:defRPr>
            </a:pPr>
            <a:r>
              <a:rPr dirty="0"/>
              <a:t>UK casualty locations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1DEAC45F-49C0-8ED4-5A76-4672CA7B95C7}"/>
              </a:ext>
            </a:extLst>
          </p:cNvPr>
          <p:cNvSpPr/>
          <p:nvPr/>
        </p:nvSpPr>
        <p:spPr>
          <a:xfrm>
            <a:off x="6239713" y="2971800"/>
            <a:ext cx="4846320" cy="914400"/>
          </a:xfrm>
          <a:prstGeom prst="roundRect">
            <a:avLst/>
          </a:prstGeom>
          <a:solidFill>
            <a:srgbClr val="20324E"/>
          </a:solidFill>
          <a:ln>
            <a:solidFill>
              <a:srgbClr val="486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4CD3E"/>
                </a:solidFill>
              </a:defRPr>
            </a:pPr>
            <a:r>
              <a:rPr dirty="0"/>
              <a:t>Interactive slicers</a:t>
            </a:r>
          </a:p>
          <a:p>
            <a:pPr algn="ctr">
              <a:defRPr sz="1200">
                <a:solidFill>
                  <a:srgbClr val="F5F7FA"/>
                </a:solidFill>
              </a:defRPr>
            </a:pPr>
            <a:r>
              <a:rPr dirty="0"/>
              <a:t>Road Surface  |  Weather Condition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FD46A2FC-AEC7-A2E2-E840-FC77DD7D45CA}"/>
              </a:ext>
            </a:extLst>
          </p:cNvPr>
          <p:cNvSpPr/>
          <p:nvPr/>
        </p:nvSpPr>
        <p:spPr>
          <a:xfrm>
            <a:off x="5180758" y="1219654"/>
            <a:ext cx="6775268" cy="1231736"/>
          </a:xfrm>
          <a:prstGeom prst="roundRect">
            <a:avLst/>
          </a:prstGeom>
          <a:solidFill>
            <a:srgbClr val="1F3558"/>
          </a:solidFill>
          <a:ln>
            <a:solidFill>
              <a:srgbClr val="425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lang="en-US" dirty="0"/>
              <a:t>• The location map plots casualty points across the UK.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lang="en-US" dirty="0"/>
              <a:t>• Road Surface and Weather Condition slicers allow interactive filtering.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45B6CD-7BE4-D726-D626-981D5D30D3B1}"/>
              </a:ext>
            </a:extLst>
          </p:cNvPr>
          <p:cNvSpPr txBox="1"/>
          <p:nvPr/>
        </p:nvSpPr>
        <p:spPr>
          <a:xfrm>
            <a:off x="476373" y="321135"/>
            <a:ext cx="51734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CD3E"/>
                </a:solidFill>
                <a:latin typeface="Aptos Display"/>
              </a:defRPr>
            </a:pPr>
            <a:r>
              <a:rPr lang="en-IN" dirty="0"/>
              <a:t>8</a:t>
            </a:r>
            <a:r>
              <a:rPr dirty="0"/>
              <a:t>.</a:t>
            </a:r>
            <a:r>
              <a:rPr lang="en-IN" dirty="0"/>
              <a:t> Location</a:t>
            </a:r>
            <a:r>
              <a:rPr dirty="0"/>
              <a:t> Analysis</a:t>
            </a:r>
            <a:r>
              <a:rPr lang="en-IN" dirty="0"/>
              <a:t> and Filtering</a:t>
            </a:r>
            <a:endParaRPr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9875812-9C7D-BA97-246D-07D8376406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2ABBE04-5EFF-3801-09EE-6D6514549286}"/>
              </a:ext>
            </a:extLst>
          </p:cNvPr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41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740A80-EA92-A907-2B4E-502E2CC311C8}"/>
              </a:ext>
            </a:extLst>
          </p:cNvPr>
          <p:cNvSpPr txBox="1"/>
          <p:nvPr/>
        </p:nvSpPr>
        <p:spPr>
          <a:xfrm>
            <a:off x="11279065" y="651052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5B4C8"/>
                </a:solidFill>
              </a:defRPr>
            </a:pPr>
            <a:r>
              <a:rPr lang="en-IN" dirty="0"/>
              <a:t>9</a:t>
            </a:r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03EA0F-DD68-0529-DEBB-3C8A155E4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64" y="2738842"/>
            <a:ext cx="2085392" cy="3658847"/>
          </a:xfrm>
          <a:prstGeom prst="round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0416C7-2660-EFA4-BF96-CEDEEF918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643" y="4151764"/>
            <a:ext cx="1241369" cy="17024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EA5BD3F-A3DA-0D88-9FA1-7E7114959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291" y="4151764"/>
            <a:ext cx="1247249" cy="170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56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74216"/>
            <a:ext cx="28296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CD3E"/>
                </a:solidFill>
                <a:latin typeface="Aptos Display"/>
              </a:defRPr>
            </a:pPr>
            <a:r>
              <a:rPr lang="en-IN" dirty="0"/>
              <a:t>9</a:t>
            </a:r>
            <a:r>
              <a:rPr dirty="0"/>
              <a:t>.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29679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CEB"/>
                </a:solidFill>
                <a:latin typeface="Aptos"/>
              </a:defRPr>
            </a:pPr>
            <a:r>
              <a:rPr sz="1400" dirty="0"/>
              <a:t>What the dashboard communicates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6492240" cy="4526280"/>
          </a:xfrm>
          <a:prstGeom prst="roundRect">
            <a:avLst/>
          </a:prstGeom>
          <a:solidFill>
            <a:srgbClr val="1F3558"/>
          </a:solidFill>
          <a:ln>
            <a:solidFill>
              <a:srgbClr val="425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The dashboard provides a single interactive view of accident and casualty performance.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Current-year headline KPIs make overall casualty levels easy to monitor.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Vehicle-type analysis highlights cars as the largest casualty category in the displayed data.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The monthly trend provides a CY-versus-PY comparison across the year.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Road type, light condition and urban/rural views add context to casualty patterns.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The geographic map and slicers support location and condition-based exploration.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417320"/>
            <a:ext cx="3840480" cy="4526280"/>
          </a:xfrm>
          <a:prstGeom prst="roundRect">
            <a:avLst/>
          </a:prstGeom>
          <a:solidFill>
            <a:srgbClr val="1F3558"/>
          </a:solidFill>
          <a:ln>
            <a:solidFill>
              <a:srgbClr val="4F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F4CD3E"/>
                </a:solidFill>
              </a:defRPr>
            </a:pPr>
            <a:endParaRPr lang="en-IN" dirty="0"/>
          </a:p>
          <a:p>
            <a:pPr algn="ctr">
              <a:defRPr sz="2200" b="1">
                <a:solidFill>
                  <a:srgbClr val="F4CD3E"/>
                </a:solidFill>
              </a:defRPr>
            </a:pPr>
            <a:r>
              <a:rPr dirty="0"/>
              <a:t>Dashboard Goal</a:t>
            </a:r>
            <a:endParaRPr lang="en-IN" dirty="0"/>
          </a:p>
          <a:p>
            <a:pPr algn="ctr">
              <a:defRPr sz="2200" b="1">
                <a:solidFill>
                  <a:srgbClr val="F4CD3E"/>
                </a:solidFill>
              </a:defRPr>
            </a:pPr>
            <a:endParaRPr dirty="0"/>
          </a:p>
          <a:p>
            <a:pPr algn="ctr">
              <a:defRPr sz="1600">
                <a:solidFill>
                  <a:srgbClr val="F5F7FA"/>
                </a:solidFill>
              </a:defRPr>
            </a:pPr>
            <a:r>
              <a:rPr dirty="0"/>
              <a:t>Turn road-accident records into an interactive, visual analysis that supports faster understanding of casualty patterns.</a:t>
            </a:r>
          </a:p>
          <a:p>
            <a:pPr algn="ctr">
              <a:defRPr sz="1300">
                <a:solidFill>
                  <a:srgbClr val="D2DCEB"/>
                </a:solidFill>
              </a:defRPr>
            </a:pPr>
            <a:r>
              <a:rPr dirty="0"/>
              <a:t>Power BI • DAX • Interactive Visuals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41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5B4C8"/>
                </a:solidFill>
              </a:defRPr>
            </a:pPr>
            <a:r>
              <a:rPr lang="en-IN" dirty="0"/>
              <a:t>10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5BE500-EF2B-F9EE-8693-6E0B284BED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764C63-1AF0-E384-3D3A-58C3FCAB9035}"/>
              </a:ext>
            </a:extLst>
          </p:cNvPr>
          <p:cNvSpPr txBox="1"/>
          <p:nvPr/>
        </p:nvSpPr>
        <p:spPr>
          <a:xfrm>
            <a:off x="594360" y="374216"/>
            <a:ext cx="36272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CD3E"/>
                </a:solidFill>
                <a:latin typeface="Aptos Display"/>
              </a:defRPr>
            </a:pPr>
            <a:r>
              <a:rPr lang="en-IN" dirty="0"/>
              <a:t>10</a:t>
            </a:r>
            <a:r>
              <a:rPr dirty="0"/>
              <a:t>.</a:t>
            </a:r>
            <a:r>
              <a:rPr lang="en-IN" dirty="0"/>
              <a:t> Recommendations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616EC0-BA81-1BD4-8A57-B7C885993B89}"/>
              </a:ext>
            </a:extLst>
          </p:cNvPr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41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DF20F0-74B9-44BA-7A24-28116B312070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5B4C8"/>
                </a:solidFill>
              </a:defRPr>
            </a:pPr>
            <a:r>
              <a:rPr lang="en-IN" dirty="0"/>
              <a:t>11</a:t>
            </a:r>
            <a:endParaRPr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7E0A8D36-652B-5E68-D060-3CB92332DE06}"/>
              </a:ext>
            </a:extLst>
          </p:cNvPr>
          <p:cNvSpPr/>
          <p:nvPr/>
        </p:nvSpPr>
        <p:spPr>
          <a:xfrm>
            <a:off x="501445" y="1422554"/>
            <a:ext cx="5486400" cy="4526280"/>
          </a:xfrm>
          <a:prstGeom prst="roundRect">
            <a:avLst/>
          </a:prstGeom>
          <a:solidFill>
            <a:srgbClr val="1F3558"/>
          </a:solidFill>
          <a:ln>
            <a:solidFill>
              <a:srgbClr val="425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4CD3E"/>
                </a:solidFill>
              </a:defRPr>
            </a:pPr>
            <a:r>
              <a:t>Areas to investigate</a:t>
            </a:r>
          </a:p>
          <a:p>
            <a:pPr>
              <a:spcAft>
                <a:spcPts val="800"/>
              </a:spcAft>
              <a:defRPr sz="1400">
                <a:solidFill>
                  <a:srgbClr val="F5F7FA"/>
                </a:solidFill>
              </a:defRPr>
            </a:pPr>
            <a:r>
              <a:t>• Analyse car-related casualties in more detail because this is the largest displayed vehicle category.</a:t>
            </a:r>
          </a:p>
          <a:p>
            <a:pPr>
              <a:spcAft>
                <a:spcPts val="800"/>
              </a:spcAft>
              <a:defRPr sz="1400">
                <a:solidFill>
                  <a:srgbClr val="F5F7FA"/>
                </a:solidFill>
              </a:defRPr>
            </a:pPr>
            <a:r>
              <a:t>• Examine single-carriageway locations and conditions because they have the largest displayed road-type total.</a:t>
            </a:r>
          </a:p>
          <a:p>
            <a:pPr>
              <a:spcAft>
                <a:spcPts val="800"/>
              </a:spcAft>
              <a:defRPr sz="1400">
                <a:solidFill>
                  <a:srgbClr val="F5F7FA"/>
                </a:solidFill>
              </a:defRPr>
            </a:pPr>
            <a:r>
              <a:t>• Break down urban casualties by road type, vehicle type, weather and road surface.</a:t>
            </a:r>
          </a:p>
          <a:p>
            <a:pPr>
              <a:spcAft>
                <a:spcPts val="800"/>
              </a:spcAft>
              <a:defRPr sz="1400">
                <a:solidFill>
                  <a:srgbClr val="F5F7FA"/>
                </a:solidFill>
              </a:defRPr>
            </a:pPr>
            <a:r>
              <a:t>• Use the map to identify locations with repeated casualty records and investigate their characteristics.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134960E3-6930-39F9-D0D8-838921DFCA32}"/>
              </a:ext>
            </a:extLst>
          </p:cNvPr>
          <p:cNvSpPr/>
          <p:nvPr/>
        </p:nvSpPr>
        <p:spPr>
          <a:xfrm>
            <a:off x="6204157" y="1422554"/>
            <a:ext cx="5303520" cy="4526280"/>
          </a:xfrm>
          <a:prstGeom prst="roundRect">
            <a:avLst/>
          </a:prstGeom>
          <a:solidFill>
            <a:srgbClr val="1F3558"/>
          </a:solidFill>
          <a:ln>
            <a:solidFill>
              <a:srgbClr val="425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7DD2A0"/>
                </a:solidFill>
              </a:defRPr>
            </a:pPr>
            <a:r>
              <a:rPr lang="en-US" dirty="0"/>
              <a:t>Improvements</a:t>
            </a:r>
          </a:p>
          <a:p>
            <a:pPr>
              <a:spcAft>
                <a:spcPts val="800"/>
              </a:spcAft>
              <a:defRPr sz="1400">
                <a:solidFill>
                  <a:srgbClr val="F5F7FA"/>
                </a:solidFill>
              </a:defRPr>
            </a:pPr>
            <a:r>
              <a:rPr lang="en-US" dirty="0"/>
              <a:t>• Add drill-through pages for vehicle type, road type and location.</a:t>
            </a:r>
          </a:p>
          <a:p>
            <a:pPr>
              <a:spcAft>
                <a:spcPts val="800"/>
              </a:spcAft>
              <a:defRPr sz="1400">
                <a:solidFill>
                  <a:srgbClr val="F5F7FA"/>
                </a:solidFill>
              </a:defRPr>
            </a:pPr>
            <a:r>
              <a:rPr lang="en-US" dirty="0"/>
              <a:t>• Add year, month, severity and casualty-type filters for targeted comparisons.</a:t>
            </a:r>
          </a:p>
          <a:p>
            <a:pPr>
              <a:spcAft>
                <a:spcPts val="800"/>
              </a:spcAft>
              <a:defRPr sz="1400">
                <a:solidFill>
                  <a:srgbClr val="F5F7FA"/>
                </a:solidFill>
              </a:defRPr>
            </a:pPr>
            <a:r>
              <a:rPr lang="en-US" dirty="0"/>
              <a:t>• Track CY vs PY percentage change for each major category.</a:t>
            </a:r>
          </a:p>
          <a:p>
            <a:pPr>
              <a:spcAft>
                <a:spcPts val="800"/>
              </a:spcAft>
              <a:defRPr sz="1400">
                <a:solidFill>
                  <a:srgbClr val="F5F7FA"/>
                </a:solidFill>
              </a:defRPr>
            </a:pPr>
            <a:r>
              <a:rPr lang="en-US" dirty="0"/>
              <a:t>• Add richer tooltips to map and category visuals.</a:t>
            </a:r>
          </a:p>
          <a:p>
            <a:pPr>
              <a:spcAft>
                <a:spcPts val="800"/>
              </a:spcAft>
              <a:defRPr sz="1400">
                <a:solidFill>
                  <a:srgbClr val="F5F7FA"/>
                </a:solidFill>
              </a:defRPr>
            </a:pPr>
            <a:r>
              <a:rPr lang="en-US" dirty="0"/>
              <a:t>• Treat dashboard findings as patterns for investigation; totals and associations do not by themselves establish causation.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31E324-493C-E384-D7DA-FCBC56C4E1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683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73040-8B0D-C57A-1E0A-A56978956B60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5B4C8"/>
                </a:solidFill>
              </a:defRPr>
            </a:pPr>
            <a:r>
              <a:rPr lang="en-IN" dirty="0"/>
              <a:t>12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A8414A-A393-EFD4-CA7B-EDF8950C5D7D}"/>
              </a:ext>
            </a:extLst>
          </p:cNvPr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41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ACCB46-9C7A-2528-AA9B-662F649E21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55C0A-00FD-9AB9-F72C-7D6DB20B5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445" y="2627671"/>
            <a:ext cx="5855110" cy="1602658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 b="1">
                <a:solidFill>
                  <a:srgbClr val="F4CD3E"/>
                </a:solidFill>
                <a:latin typeface="Aptos Display"/>
              </a:defRPr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4CD3E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Thank You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4CD3E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626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802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Ayon Chakraborty</dc:creator>
  <cp:keywords/>
  <dc:description>generated using python-pptx</dc:description>
  <cp:lastModifiedBy>Ayon Chakraborty</cp:lastModifiedBy>
  <cp:revision>2</cp:revision>
  <dcterms:created xsi:type="dcterms:W3CDTF">2013-01-27T09:14:16Z</dcterms:created>
  <dcterms:modified xsi:type="dcterms:W3CDTF">2026-10-03T11:47:31Z</dcterms:modified>
  <cp:category/>
</cp:coreProperties>
</file>